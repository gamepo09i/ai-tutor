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2440" y="-502920"/>
            <a:ext cx="3200400" cy="32004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72600" y="4389120"/>
            <a:ext cx="1965960" cy="1965960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14884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58952"/>
            <a:ext cx="18745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Tutor Lesson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8046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AI Builders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8686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Six-week vibe coding curriculum for tutors teaching kids to build with ChatGPT, VS Code, Codex, games, agents, and safe AI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230368"/>
            <a:ext cx="7498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Aptos"/>
              </a:rPr>
              <a:t>Use the Week Hub for direct links to each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713232" y="4434840"/>
            <a:ext cx="1874519" cy="43891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Open Week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7863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72033"/>
                </a:solidFill>
                <a:latin typeface="Aptos"/>
              </a:rPr>
              <a:t>Week Hub: six direct lesson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8869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56657B"/>
                </a:solidFill>
                <a:latin typeface="Aptos"/>
              </a:rPr>
              <a:t>Click a week card during tutor prep or while teaching. Each week is designed as one complete lesson-plan slide.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594360" y="1508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09728" cy="1508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91639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pto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Meet Your AI Teammate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8658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Personal AI assistant with 5 example conversations.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71576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2563EB"/>
                </a:solidFill>
                <a:latin typeface="Aptos"/>
              </a:rPr>
              <a:t>Open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315968" y="1508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508760"/>
            <a:ext cx="109728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39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F9F6E"/>
                </a:solidFill>
                <a:latin typeface="Apto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4767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VS Code + Codex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8658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Working coding folder plus a personalized AI Builder profile page.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5" y="271576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0F9F6E"/>
                </a:solidFill>
                <a:latin typeface="Aptos"/>
              </a:rPr>
              <a:t>Open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8037575" y="150876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1508760"/>
            <a:ext cx="109728" cy="15087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7" y="1691639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F97316"/>
                </a:solidFill>
                <a:latin typeface="Aptos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1947672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AI Game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238658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Playable HTML/CSS/JavaScript game.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6184" y="271576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F97316"/>
                </a:solidFill>
                <a:latin typeface="Aptos"/>
              </a:rPr>
              <a:t>Open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594360" y="3703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03320"/>
            <a:ext cx="109728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88620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Aptos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14223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AI Agents + 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58114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Top 3 YouTube research report with recommendation.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491032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C3AED"/>
                </a:solidFill>
                <a:latin typeface="Aptos"/>
              </a:rPr>
              <a:t>Open</a:t>
            </a:r>
          </a:p>
        </p:txBody>
      </p:sp>
      <p:sp>
        <p:nvSpPr>
          <p:cNvPr id="30" name="Rounded Rectangle 29">
            <a:hlinkClick action="ppaction://hlinksldjump" r:id="rId6"/>
          </p:cNvPr>
          <p:cNvSpPr/>
          <p:nvPr/>
        </p:nvSpPr>
        <p:spPr>
          <a:xfrm>
            <a:off x="4315968" y="3703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703320"/>
            <a:ext cx="109728" cy="1508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88620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Aptos"/>
              </a:rPr>
              <a:t>Week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14223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Browser Use + Computer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8114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A safe five-step automation task design.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5" y="491032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Aptos"/>
              </a:rPr>
              <a:t>Open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8037575" y="37033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37575" y="3703320"/>
            <a:ext cx="109728" cy="1508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7" y="3886200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Aptos"/>
              </a:rPr>
              <a:t>Week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7" y="4142231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033"/>
                </a:solidFill>
                <a:latin typeface="Aptos"/>
              </a:rPr>
              <a:t>Final AI Workflow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4581144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6657B"/>
                </a:solidFill>
                <a:latin typeface="Aptos"/>
              </a:rPr>
              <a:t>Final demo or project pitch.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6184" y="4910328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2563EB"/>
                </a:solidFill>
                <a:latin typeface="Aptos"/>
              </a:rPr>
              <a:t>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Meet Your AI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 basics + prompt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learn that AI can be a tutor, coach, brainstorming partner, and project helper.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Personal AI assistant with 5 example conversations.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Create 5 example conversations with your assistant. Replace this with your own homework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Can AI do my homework?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10-25 Demo: weak vs strong prompt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25-70 Build: custom assistant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70-85 Partner test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85-90 Wrap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Thumb vote: helpful or lazy?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Pair test: ask your partner's assistant one question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Debug moment: make a vague prompt clearer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Act as a friendly study coach for a high school student.</a:t>
            </a:r>
            <a:br/>
            <a:r>
              <a:t>Help me study [topic]. Ask one question at a time. If I get it wrong, explain simply and let me try again.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992124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VS Code + Codex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Folders, files, preview, first web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open a project folder, understand files, use VS Code/Codex, and preview a simple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Working coding folder plus a personalized AI Builder profile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Customize the page with one personal section and one visual style change. Replace this later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AI inside your editor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10-30 Setup walkthrough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30-45 Demo: create index.html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45-80 Build: profile page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80-90 Share one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Setup checkpoint: everyone shows folder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Choice board: colors, sections, button action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Explain-back: what is index.html?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Create a beginner-friendly personal web page in one file named index.html. Theme: AI Builder profile. Include name, favorite apps, project ideas, and one button.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864108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Prev</a:t>
            </a:r>
          </a:p>
        </p:txBody>
      </p:sp>
      <p:sp>
        <p:nvSpPr>
          <p:cNvPr id="40" name="Rounded Rectangle 39">
            <a:hlinkClick action="ppaction://hlinksldjump" r:id="rId4"/>
          </p:cNvPr>
          <p:cNvSpPr/>
          <p:nvPr/>
        </p:nvSpPr>
        <p:spPr>
          <a:xfrm>
            <a:off x="992124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Game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Build and improve a browser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use Codex to create, test, debug, and improve a simple browser game.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Playable HTML/CSS/JavaScript game.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Add one feature: score effect, levels, sound, timer change, or game-over screen. Edit this homework as desired.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Can AI make a game?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10-25 Demo: tiny clicker game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25-65 Build: choose game type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65-82 Playtest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82-90 Add one feature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Game menu: clicker, dodge, quiz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Bug hunt: what broke?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Peer playtest: one compliment, one upgrade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Create a simple browser clicker game in one HTML file. Add score, 30-second timer, game over message, clean styling, and comments explaining the JavaScript.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864108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Prev</a:t>
            </a:r>
          </a:p>
        </p:txBody>
      </p:sp>
      <p:sp>
        <p:nvSpPr>
          <p:cNvPr id="40" name="Rounded Rectangle 39">
            <a:hlinkClick action="ppaction://hlinksldjump" r:id="rId4"/>
          </p:cNvPr>
          <p:cNvSpPr/>
          <p:nvPr/>
        </p:nvSpPr>
        <p:spPr>
          <a:xfrm>
            <a:off x="992124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Agents +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Tool-using AI + YouTube research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learn the difference between chatbot and agent, and see MCP as a connector for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Top 3 YouTube research report with recommendation.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Create a Top 3 video comparison report. Replace or adjust this homework for your class.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Can AI use tools?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10-25 Explain chatbot vs agent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25-45 Demo research workflow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45-75 Build report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75-90 Verify and discuss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Sort cards: chatbot or agent?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Topic vote: choose research topic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Verification checkpoint: what should humans check?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Act as a careful research assistant. Topic: [student topic]. Compare three beginner-friendly YouTube videos. Summarize each and recommend the best first video.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864108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Prev</a:t>
            </a:r>
          </a:p>
        </p:txBody>
      </p:sp>
      <p:sp>
        <p:nvSpPr>
          <p:cNvPr id="40" name="Rounded Rectangle 39">
            <a:hlinkClick action="ppaction://hlinksldjump" r:id="rId4"/>
          </p:cNvPr>
          <p:cNvSpPr/>
          <p:nvPr/>
        </p:nvSpPr>
        <p:spPr>
          <a:xfrm>
            <a:off x="992124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Browser Use + Computer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AI as an operator with safety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design safe browser/computer tasks and understand human approval checkpoints.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A safe five-step automation task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Write a safe five-step browser task an AI agent could perform. Change this homework as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AI operating a browser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10-25 Safety rules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25-45 Demo public-info task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45-75 Design task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75-90 Risk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Red/yellow/green: is this task safe?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Group design: 5-step workflow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Stop button practice: when to interrupt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Design a safe browser task for an AI agent. Use public information only. Do not log in, buy anything, or submit real forms. Include a human approval checkpoint.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864108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Prev</a:t>
            </a:r>
          </a:p>
        </p:txBody>
      </p:sp>
      <p:sp>
        <p:nvSpPr>
          <p:cNvPr id="40" name="Rounded Rectangle 39">
            <a:hlinkClick action="ppaction://hlinksldjump" r:id="rId4"/>
          </p:cNvPr>
          <p:cNvSpPr/>
          <p:nvPr/>
        </p:nvSpPr>
        <p:spPr>
          <a:xfrm>
            <a:off x="992124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09728"/>
            <a:ext cx="6309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Final AI Workflow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Present, reflect, and choose next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Full tutor lesson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841248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978408"/>
            <a:ext cx="2432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280160"/>
            <a:ext cx="243230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Students connect course ideas into a final project concept, demo, or workflow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841248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841248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978408"/>
            <a:ext cx="2020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280160"/>
            <a:ext cx="2020824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Final demo or project pitch.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841248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950976"/>
            <a:ext cx="5568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252728"/>
            <a:ext cx="5568696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Optional: revise the final project after feedback. You can replace this with a final reflection or extension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121408"/>
            <a:ext cx="73152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258568"/>
            <a:ext cx="32095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90-minute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60604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0-10 Hook: what could you build next?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10-25 Demo presentation model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25-60 Build/polish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60-85 Presentations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85-90 Feedback and next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121408"/>
            <a:ext cx="3474720" cy="18288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121408"/>
            <a:ext cx="73152" cy="1828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2258568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2606040"/>
            <a:ext cx="2971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Gallery walk: leave one note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Presentation timer: 2 minutes each</a:t>
            </a:r>
          </a:p>
          <a:p>
            <a:pPr>
              <a:spcAft>
                <a:spcPts val="500"/>
              </a:spcAft>
              <a:defRPr sz="1150">
                <a:solidFill>
                  <a:srgbClr val="172033"/>
                </a:solidFill>
                <a:latin typeface="Aptos"/>
              </a:defRPr>
            </a:pPr>
            <a:r>
              <a:t>Next-build vote: what would you add?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2121408"/>
            <a:ext cx="38862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2121408"/>
            <a:ext cx="73152" cy="1828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258568"/>
            <a:ext cx="357530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606040"/>
            <a:ext cx="34015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2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690872"/>
            <a:ext cx="698601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Aptos"/>
              </a:rPr>
              <a:t>Help me prepare a 2-minute project presentation. Include: what I built, who it helps, best prompt, what broke, how I fixed it, and what I would add next.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663440"/>
            <a:ext cx="3465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65192"/>
            <a:ext cx="346557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736092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Week Hub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8641080" y="6263640"/>
            <a:ext cx="11430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Prev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