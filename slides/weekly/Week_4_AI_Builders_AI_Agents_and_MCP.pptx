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234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18872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+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82880"/>
            <a:ext cx="3703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Tool-using AI + YouTube research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77824"/>
            <a:ext cx="2743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877824"/>
            <a:ext cx="73152" cy="10515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996695"/>
            <a:ext cx="24323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289304"/>
            <a:ext cx="2432304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Students learn the difference between chatbot and agent, and see MCP as a connector for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877824"/>
            <a:ext cx="2331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877824"/>
            <a:ext cx="73152" cy="105156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996695"/>
            <a:ext cx="20208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289304"/>
            <a:ext cx="2020824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Top 3 YouTube research report with recommendation.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877824"/>
            <a:ext cx="589788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6752" y="987552"/>
            <a:ext cx="5394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Homework - editable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280160"/>
            <a:ext cx="5440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Create a Top 3 video comparison report. Replace or adjust this homework for your class.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139696"/>
            <a:ext cx="3520440" cy="1856231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139696"/>
            <a:ext cx="73152" cy="185623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2258568"/>
            <a:ext cx="32095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90-minute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2569463"/>
            <a:ext cx="3136392" cy="1353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0-10 Hook: Can AI use tools?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10-25 Explain chatbot vs agent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25-45 Demo research workflow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45-75 Build report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75-90 Verify and discuss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0520" y="2139696"/>
            <a:ext cx="3474720" cy="1856231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60520" y="2139696"/>
            <a:ext cx="73152" cy="185623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5112" y="2258568"/>
            <a:ext cx="31638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Interactive moments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569463"/>
            <a:ext cx="3090672" cy="1353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Sort cards: chatbot or agent?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Topic vote: choose research topic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Verification checkpoint: what should humans check?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139696"/>
            <a:ext cx="3886200" cy="1856231"/>
          </a:xfrm>
          <a:prstGeom prst="roundRect">
            <a:avLst/>
          </a:prstGeom>
          <a:solidFill>
            <a:srgbClr val="EFF6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0" y="2139696"/>
            <a:ext cx="73152" cy="1856231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8431" y="2258568"/>
            <a:ext cx="35753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2569463"/>
            <a:ext cx="3502152" cy="1353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Ask students to predict before AI answers.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Pause after every demo to name what changed.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Make one small improvement, then test.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6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Live demo prompt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526280"/>
            <a:ext cx="731520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709160"/>
            <a:ext cx="693115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40" b="0">
                <a:solidFill>
                  <a:srgbClr val="FFFFFF"/>
                </a:solidFill>
                <a:latin typeface="Aptos"/>
              </a:rPr>
              <a:t>Act as a careful research assistant. Topic: [student topic]. Compare three beginner-friendly YouTube videos. Summarize each and recommend the best first video.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4526280"/>
            <a:ext cx="3776472" cy="137160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3568" y="4526280"/>
            <a:ext cx="73152" cy="137160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645152"/>
            <a:ext cx="34655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3465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Before students leave, ask: What did you make? What was one prompt that helped? What is one thing you would change next?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37960"/>
            <a:ext cx="58521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Separate weekly lesson slide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6537960"/>
            <a:ext cx="77724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Week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