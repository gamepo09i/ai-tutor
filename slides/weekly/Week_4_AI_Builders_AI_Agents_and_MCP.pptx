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YouTube Research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learn the concept of an AI agent and MCP. MCP is introduced as a connector that lets AI use external tools. Students build or simulate a YouTube Research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Taken straight from the curriculum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02536"/>
            <a:ext cx="3063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13432"/>
            <a:ext cx="305409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students understand tool-using AI through a practical YouTube research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74519"/>
            <a:ext cx="3108960" cy="150876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74519"/>
            <a:ext cx="73152" cy="15087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02536"/>
            <a:ext cx="2788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13432"/>
            <a:ext cx="277977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AI YouTube Research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74519"/>
            <a:ext cx="3611880" cy="15087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874519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200253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313432"/>
            <a:ext cx="3227832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AI Agent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MCP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YouTube Agent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Research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69080"/>
            <a:ext cx="987552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06908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1" y="4197096"/>
            <a:ext cx="9555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framing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1" y="4507992"/>
            <a:ext cx="954633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Every tool is introduced as a practical building tool, not abstract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7C3AED"/>
                </a:solidFill>
                <a:latin typeface="Aptos"/>
              </a:rPr>
              <a:t>Can AI use internet tools by itself?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An agent is AI plus a job plus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Chatbots answer inside a conversation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Agents plan steps and use tools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MCP connects AI to external tools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Research needs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YouTube research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Choose a student-selected topic.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Find or simulate three video results.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Summarize each result.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Compare which video is best for beginners.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Act as a careful research assistant. Topic: [student topic]. Compare three beginner-friendly YouTube videos. Summarize each and recommend the best first video.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Pick a topic.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 Top 3 video comparison.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Write why each video is useful.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Recommend the best first video.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Sort cards: chatbot or agent?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Topic vote: choose the class research topic.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Verification checkpoint: what should humans check?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&amp;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YouTube Research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Create a Top 3 video comparison report. Edit this homework as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