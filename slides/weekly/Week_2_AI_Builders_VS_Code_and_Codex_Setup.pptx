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18872"/>
            <a:ext cx="6309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VS Code + Codex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82880"/>
            <a:ext cx="3703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Folders, files, preview, first web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877824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877824"/>
            <a:ext cx="73152" cy="105156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996695"/>
            <a:ext cx="24323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289304"/>
            <a:ext cx="2432304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20" b="0">
                <a:solidFill>
                  <a:srgbClr val="172033"/>
                </a:solidFill>
                <a:latin typeface="Aptos"/>
              </a:rPr>
              <a:t>Students open a project folder, understand files, use VS Code/Codex, and preview a simple page.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877824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877824"/>
            <a:ext cx="73152" cy="105156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996695"/>
            <a:ext cx="20208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Student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1289304"/>
            <a:ext cx="2020824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20" b="0">
                <a:solidFill>
                  <a:srgbClr val="172033"/>
                </a:solidFill>
                <a:latin typeface="Aptos"/>
              </a:rPr>
              <a:t>Working coding folder plus a personalized AI Builder profile 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877824"/>
            <a:ext cx="5897880" cy="105156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987552"/>
            <a:ext cx="5394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Homework - editable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6752" y="1280160"/>
            <a:ext cx="5440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20" b="0">
                <a:solidFill>
                  <a:srgbClr val="172033"/>
                </a:solidFill>
                <a:latin typeface="Aptos"/>
              </a:rPr>
              <a:t>Customize the page with one personal section and one visual style change. Replace this later if needed.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139696"/>
            <a:ext cx="3520440" cy="1856231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139696"/>
            <a:ext cx="73152" cy="1856231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2258568"/>
            <a:ext cx="32095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90-minute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2569463"/>
            <a:ext cx="3136392" cy="1353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0-10 Hook: AI inside your editor</a:t>
            </a:r>
          </a:p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10-30 Setup walkthrough</a:t>
            </a:r>
          </a:p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30-45 Demo: create index.html</a:t>
            </a:r>
          </a:p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45-80 Build: profile page</a:t>
            </a:r>
          </a:p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80-90 Share one change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2139696"/>
            <a:ext cx="3474720" cy="1856231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2139696"/>
            <a:ext cx="73152" cy="1856231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5112" y="2258568"/>
            <a:ext cx="31638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Interactive moments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2569463"/>
            <a:ext cx="3090672" cy="1353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Setup checkpoint: everyone shows folder</a:t>
            </a:r>
          </a:p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Choice board: colors, sections, button action</a:t>
            </a:r>
          </a:p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Explain-back: what is index.html?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2139696"/>
            <a:ext cx="3886200" cy="1856231"/>
          </a:xfrm>
          <a:prstGeom prst="roundRect">
            <a:avLst/>
          </a:prstGeom>
          <a:solidFill>
            <a:srgbClr val="EFF6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63840" y="2139696"/>
            <a:ext cx="73152" cy="1856231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28431" y="2258568"/>
            <a:ext cx="35753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Tutor moves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8" y="2569463"/>
            <a:ext cx="3502152" cy="1353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Ask students to predict before AI answers.</a:t>
            </a:r>
          </a:p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Pause after every demo to name what changed.</a:t>
            </a:r>
          </a:p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Make one small improvement, then test.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51960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Live demo prompt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4526280"/>
            <a:ext cx="7315200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709160"/>
            <a:ext cx="693115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40" b="0">
                <a:solidFill>
                  <a:srgbClr val="FFFFFF"/>
                </a:solidFill>
                <a:latin typeface="Aptos"/>
              </a:rPr>
              <a:t>Create a beginner-friendly personal web page in one file named index.html. Theme: AI Builder profile. Include name, favorite apps, project ideas, and one button.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73568" y="4526280"/>
            <a:ext cx="3776472" cy="137160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73568" y="4526280"/>
            <a:ext cx="73152" cy="137160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0" y="4645152"/>
            <a:ext cx="346557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Exit ticket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937760"/>
            <a:ext cx="346557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20" b="0">
                <a:solidFill>
                  <a:srgbClr val="172033"/>
                </a:solidFill>
                <a:latin typeface="Aptos"/>
              </a:rPr>
              <a:t>Before students leave, ask: What did you make? What was one prompt that helped? What is one thing you would change next?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537960"/>
            <a:ext cx="58521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Separate weekly lesson slide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8520" y="6537960"/>
            <a:ext cx="77724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Week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