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0" y="-457200"/>
            <a:ext cx="2926080" cy="2926080"/>
          </a:xfrm>
          <a:prstGeom prst="round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713232"/>
            <a:ext cx="1554480" cy="347472"/>
          </a:xfrm>
          <a:prstGeom prst="round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44752"/>
            <a:ext cx="88696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ptos"/>
              </a:rPr>
              <a:t>AI Coding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591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>
                <a:solidFill>
                  <a:srgbClr val="E2E8F0"/>
                </a:solidFill>
                <a:latin typeface="Aptos"/>
              </a:rPr>
              <a:t>VS Code + Codex Setup with Web UI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E2E8F0"/>
                </a:solidFill>
                <a:latin typeface="Aptos"/>
              </a:rPr>
              <a:t>Students install or open VS Code, set up Codex, learn the UI, understand folders and files, practice token management, and use Codex to create a simple web 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Coding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 + Codex Setup with Web UI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Today’s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Taken straight from the curriculum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74519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74519"/>
            <a:ext cx="73152" cy="150876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002536"/>
            <a:ext cx="3063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Main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313432"/>
            <a:ext cx="305409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Help students get a working coding setup and see a visible web page quickly.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874519"/>
            <a:ext cx="3108960" cy="150876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874519"/>
            <a:ext cx="73152" cy="150876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002536"/>
            <a:ext cx="2788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Student deliverable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313432"/>
            <a:ext cx="277977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Ready-to-use AI coding environment + simple web UI.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874519"/>
            <a:ext cx="3611880" cy="150876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26679" y="1874519"/>
            <a:ext cx="73152" cy="15087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1271" y="2002536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Tools 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2313432"/>
            <a:ext cx="3227832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VS Code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Codex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Folders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Files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Token Management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HTML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069080"/>
            <a:ext cx="9875520" cy="91440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1560" y="4069080"/>
            <a:ext cx="73152" cy="9144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6151" y="4197096"/>
            <a:ext cx="9555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Tutor framing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1" y="4507992"/>
            <a:ext cx="954633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Every tool is introduced as a practical building tool, not abstract theory.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Coding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 + Codex Setup with Web UI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Start with a question that makes students curious immediately.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3/9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0F9F6E"/>
                </a:solidFill>
                <a:latin typeface="Aptos"/>
              </a:rPr>
              <a:t>Can AI become your coding partner inside VS Code?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57600"/>
            <a:ext cx="9692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Ask for quick predictions.</a:t>
            </a:r>
          </a:p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Let students argue both sides.</a:t>
            </a:r>
          </a:p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Then show the demo before explaining too much.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Coding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 + Codex Setup with Web UI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Big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One concept students should remember after class.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4/9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172033"/>
                </a:solidFill>
                <a:latin typeface="Aptos"/>
              </a:rPr>
              <a:t>A project is just a folder with files that work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063240"/>
            <a:ext cx="101498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063240"/>
            <a:ext cx="73152" cy="164592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91256"/>
            <a:ext cx="9829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Key concepts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502152"/>
            <a:ext cx="97657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Open a project folder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Create and edit files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Preview a web page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 Codex for small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Coding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 + Codex Setup with Web UI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Folder to first web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Live demo: students see the result before the explanation.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4800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28800"/>
            <a:ext cx="73152" cy="310896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56816"/>
            <a:ext cx="4480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Demo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67712"/>
            <a:ext cx="4416552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Open VS Code.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Open a course folder.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 Codex to create index.html.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Preview the page.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 Codex to explain the file.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828800"/>
            <a:ext cx="5257800" cy="310896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828800"/>
            <a:ext cx="73152" cy="31089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1956816"/>
            <a:ext cx="4937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Tutor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2267712"/>
            <a:ext cx="4873752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Narrate what you are asking AI to do.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Pause after the output.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Ask: What should we improve next?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Coding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 + Codex Setup with Web UI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Live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Copy, modify, and use during the demo.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10561320" cy="27889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21408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100" b="0">
                <a:solidFill>
                  <a:srgbClr val="FFFFFF"/>
                </a:solidFill>
                <a:latin typeface="Aptos"/>
              </a:rPr>
              <a:t>Create a beginner-friendly personal web page in one file named index.html. Theme: AI Builder profile. Include name, favorite apps, project ideas, and one button.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0749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9F6E"/>
                </a:solidFill>
                <a:latin typeface="Aptos"/>
              </a:rPr>
              <a:t>After the response, ask students: What worked? What is missing? What should we ask next?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Coding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 + Codex Setup with Web UI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Hands-on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Students create their own version and improve through iteration.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4983480" cy="324612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28800"/>
            <a:ext cx="73152" cy="324612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Build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67712"/>
            <a:ext cx="45994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Create an AI Builder profile page.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Add name, favorite apps, and project ideas.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Customize one color or section.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Preview and explain what changed.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4983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73152" cy="324612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Keep it manageable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267712"/>
            <a:ext cx="45994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Start with the smallest working version.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Let students customize one thing.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Have them explain the change in plain English.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Coding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 + Codex Setup with Web UI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Interactive checkpoints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Use these to keep kids active instead of just watching.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10241280" cy="210312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828800"/>
            <a:ext cx="73152" cy="2103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195681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Student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267712"/>
            <a:ext cx="985723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Setup checkpoint: everyone shows the project folder.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Choice board: pick one section to customize.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Explain-back: what does index.html do?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343400"/>
            <a:ext cx="10241280" cy="86868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43400"/>
            <a:ext cx="73152" cy="86868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47141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Exit ticket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782312"/>
            <a:ext cx="9912096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What did you make? What prompt helped? What would you change next?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Coding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 + Codex Setup with Web UI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Homework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Editable: change this based on what you want students to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10469880" cy="182880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14884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72033"/>
                </a:solidFill>
                <a:latin typeface="Aptos"/>
              </a:rPr>
              <a:t>Complete setup and customize the web UI with one personal section. Edit this homework as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5196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251960"/>
            <a:ext cx="73152" cy="9144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37997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Assessment reminder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690872"/>
            <a:ext cx="991209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Assessment is based on projects, not tests. Students should be able to show what they made and explain one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