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AI Workflow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82880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Present, reflect, and choose next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77824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877824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996695"/>
            <a:ext cx="2432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289304"/>
            <a:ext cx="243230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Students connect course ideas into a final project concept, demo, or workflow 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77824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77824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996695"/>
            <a:ext cx="2020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289304"/>
            <a:ext cx="202082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Final demo or project pitch.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877824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987552"/>
            <a:ext cx="5394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280160"/>
            <a:ext cx="5440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Optional: revise the final project after feedback. You can replace this with a final reflection or extension task.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139696"/>
            <a:ext cx="352044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139696"/>
            <a:ext cx="73152" cy="1856231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258568"/>
            <a:ext cx="32095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90-minute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569463"/>
            <a:ext cx="313639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0-10 Hook: what could you build next?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10-25 Demo presentation model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25-60 Build/polish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60-85 Presentations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85-90 Feedback and next 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139696"/>
            <a:ext cx="3474720" cy="1856231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2139696"/>
            <a:ext cx="73152" cy="185623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2258568"/>
            <a:ext cx="3163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569463"/>
            <a:ext cx="309067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Gallery walk: leave one note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Presentation timer: 2 minutes each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Next-build vote: what would you add?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139696"/>
            <a:ext cx="3886200" cy="1856231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2139696"/>
            <a:ext cx="73152" cy="1856231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258568"/>
            <a:ext cx="3575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569463"/>
            <a:ext cx="350215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6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69311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40" b="0">
                <a:solidFill>
                  <a:srgbClr val="FFFFFF"/>
                </a:solidFill>
                <a:latin typeface="Aptos"/>
              </a:rPr>
              <a:t>Help me prepare a 2-minute project presentation. Include: what I built, who it helps, best prompt, what broke, how I fixed it, and what I would add next.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645152"/>
            <a:ext cx="3465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37760"/>
            <a:ext cx="3465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37960"/>
            <a:ext cx="5852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Separate weekly lesson slide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37960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Week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