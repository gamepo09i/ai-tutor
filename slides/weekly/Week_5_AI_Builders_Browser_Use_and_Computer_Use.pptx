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1887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Browser Use + Computer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82880"/>
            <a:ext cx="3703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AI as an operator with safety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877824"/>
            <a:ext cx="2743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877824"/>
            <a:ext cx="73152" cy="105156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996695"/>
            <a:ext cx="2432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289304"/>
            <a:ext cx="243230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Students design safe browser/computer tasks and understand human approval checkpoints.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877824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877824"/>
            <a:ext cx="73152" cy="105156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996695"/>
            <a:ext cx="2020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1289304"/>
            <a:ext cx="2020824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A safe five-step automation task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877824"/>
            <a:ext cx="5897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987552"/>
            <a:ext cx="5394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Homework - editable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280160"/>
            <a:ext cx="5440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Write a safe five-step browser task an AI agent could perform. Change this homework as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139696"/>
            <a:ext cx="3520440" cy="1856231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139696"/>
            <a:ext cx="73152" cy="1856231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258568"/>
            <a:ext cx="320954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90-minute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569463"/>
            <a:ext cx="313639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0-10 Hook: AI operating a browser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10-25 Safety rules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25-45 Demo public-info task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45-75 Design task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75-90 Risk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2139696"/>
            <a:ext cx="3474720" cy="1856231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2139696"/>
            <a:ext cx="73152" cy="1856231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2258568"/>
            <a:ext cx="3163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Interactive moments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569463"/>
            <a:ext cx="309067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Red/yellow/green: is this task safe?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Group design: 5-step workflow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Stop button practice: when to interrupt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139696"/>
            <a:ext cx="3886200" cy="1856231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2139696"/>
            <a:ext cx="73152" cy="1856231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258568"/>
            <a:ext cx="35753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569463"/>
            <a:ext cx="3502152" cy="1353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Ask students to predict before AI answers.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Pause after every demo to name what changed.</a:t>
            </a:r>
          </a:p>
          <a:p>
            <a:pPr>
              <a:spcAft>
                <a:spcPts val="500"/>
              </a:spcAft>
              <a:defRPr sz="1140">
                <a:solidFill>
                  <a:srgbClr val="172033"/>
                </a:solidFill>
                <a:latin typeface="Aptos"/>
              </a:defRPr>
            </a:pPr>
            <a:r>
              <a:t>Make one small improvement, then test.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Live demo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526280"/>
            <a:ext cx="7315200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693115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40" b="0">
                <a:solidFill>
                  <a:srgbClr val="FFFFFF"/>
                </a:solidFill>
                <a:latin typeface="Aptos"/>
              </a:rPr>
              <a:t>Design a safe browser task for an AI agent. Use public information only. Do not log in, buy anything, or submit real forms. Include a human approval checkpoint.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4526280"/>
            <a:ext cx="3776472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4526280"/>
            <a:ext cx="73152" cy="137160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645152"/>
            <a:ext cx="3465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937760"/>
            <a:ext cx="346557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20" b="0">
                <a:solidFill>
                  <a:srgbClr val="172033"/>
                </a:solidFill>
                <a:latin typeface="Aptos"/>
              </a:rPr>
              <a:t>Before students leave, ask: What did you make? What was one prompt that helped? What is one thing you would change next?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37960"/>
            <a:ext cx="58521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Separate weekly lesson slide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37960"/>
            <a:ext cx="77724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Week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