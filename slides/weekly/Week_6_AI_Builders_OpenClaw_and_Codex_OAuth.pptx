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0" y="-457200"/>
            <a:ext cx="2926080" cy="29260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713232"/>
            <a:ext cx="1554480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WEEK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44752"/>
            <a:ext cx="88696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Aptos"/>
              </a:rPr>
              <a:t>OpenClaw + Codex OAuth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5915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0">
                <a:solidFill>
                  <a:srgbClr val="E2E8F0"/>
                </a:solidFill>
                <a:latin typeface="Aptos"/>
              </a:rPr>
              <a:t>Building an AI Agent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69080"/>
            <a:ext cx="8961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E2E8F0"/>
                </a:solidFill>
                <a:latin typeface="Aptos"/>
              </a:rPr>
              <a:t>Students are introduced to OpenClaw as a more advanced AI agent framework. The class explains OAuth in simple terms, shows how Codex OAuth connects tools securely, and demonstrates an OpenClaw-style workflow.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OpenClaw + Codex OAuth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Building an AI Agent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Today’s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Taken straight from the curriculum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74519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74519"/>
            <a:ext cx="73152" cy="15087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002536"/>
            <a:ext cx="3063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Main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313432"/>
            <a:ext cx="305409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Help students connect the course concepts into a final AI agent workflow or project demo.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874519"/>
            <a:ext cx="3108960" cy="150876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874519"/>
            <a:ext cx="73152" cy="150876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2002536"/>
            <a:ext cx="2788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Student deliverable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313432"/>
            <a:ext cx="277977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OpenClaw-based final AI agent concept or demo presentation.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874519"/>
            <a:ext cx="3611880" cy="1508760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26679" y="1874519"/>
            <a:ext cx="73152" cy="15087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91271" y="2002536"/>
            <a:ext cx="3291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Tools today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2313432"/>
            <a:ext cx="3227832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OpenClaw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OAuth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Codex OAuth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AI Agent Workflow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Presentation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069080"/>
            <a:ext cx="9875520" cy="914400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1560" y="4069080"/>
            <a:ext cx="73152" cy="9144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16151" y="4197096"/>
            <a:ext cx="9555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Tutor framing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1" y="4507992"/>
            <a:ext cx="954633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Every tool is introduced as a practical building tool, not abstract theory.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OpenClaw + Codex OAuth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Building an AI Agent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Start with a question that makes students curious immediately.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3/9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2563EB"/>
                </a:solidFill>
                <a:latin typeface="Aptos"/>
              </a:rPr>
              <a:t>Can we connect AI tools like apps on a phone?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657600"/>
            <a:ext cx="9692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Ask for quick predictions.</a:t>
            </a:r>
          </a:p>
          <a:p>
            <a:pPr>
              <a:spcAft>
                <a:spcPts val="9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Let students argue both sides.</a:t>
            </a:r>
          </a:p>
          <a:p>
            <a:pPr>
              <a:spcAft>
                <a:spcPts val="9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Then show the demo before explaining too much.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OpenClaw + Codex OAuth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Building an AI Agent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Big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One concept students should remember after class.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4/9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332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172033"/>
                </a:solidFill>
                <a:latin typeface="Aptos"/>
              </a:rPr>
              <a:t>OAuth is a permission system: it lets tools connect without sharing passwords directly.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063240"/>
            <a:ext cx="101498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3063240"/>
            <a:ext cx="73152" cy="1645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191256"/>
            <a:ext cx="9829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Key concepts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502152"/>
            <a:ext cx="976579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Agent frameworks organize workflows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OAuth grants limited permission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Connected tools need trust and safety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Final projects should be explainable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OpenClaw + Codex OAuth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Building an AI Agent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Agent workflow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Live demo: students see the result before the explanation.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4800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828800"/>
            <a:ext cx="73152" cy="3108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956816"/>
            <a:ext cx="4480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Demo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67712"/>
            <a:ext cx="4416552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Show a simple OpenClaw-style workflow.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Explain where login/permission fits.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Connect the idea back to Codex and tools.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Model a 2-minute final presentation.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828800"/>
            <a:ext cx="5257800" cy="3108960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1828800"/>
            <a:ext cx="73152" cy="310896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12" y="1956816"/>
            <a:ext cx="4937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Tutor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2267712"/>
            <a:ext cx="4873752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Narrate what you are asking AI to do.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Pause after the output.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Ask: What should we improve next?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OpenClaw + Codex OAuth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Building an AI Agent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Live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Copy, modify, and use during the demo.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74519"/>
            <a:ext cx="10561320" cy="27889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121408"/>
            <a:ext cx="100584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100" b="0">
                <a:solidFill>
                  <a:srgbClr val="FFFFFF"/>
                </a:solidFill>
                <a:latin typeface="Aptos"/>
              </a:rPr>
              <a:t>Help me prepare a 2-minute project presentation. Include: what I built, who it helps, best prompt, what broke, how I fixed it, and what I would add next.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07492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Aptos"/>
              </a:rPr>
              <a:t>After the response, ask students: What worked? What is missing? What should we ask next?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OpenClaw + Codex OAuth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Building an AI Agent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Hands-on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Students create their own version and improve through iteration.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4983480" cy="324612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828800"/>
            <a:ext cx="73152" cy="324612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956816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Build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67712"/>
            <a:ext cx="45994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Choose final project idea.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Define user, problem, tools, and workflow.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Prepare a short demo or concept pitch.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Give peer feedback.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4983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73152" cy="3246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956816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Keep it manageable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267712"/>
            <a:ext cx="45994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Start with the smallest working version.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Let students customize one thing.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Have them explain the change in plain English.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OpenClaw + Codex OAuth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Building an AI Agent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Interactive checkpoints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Use these to keep kids active instead of just watching.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10241280" cy="2103120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828800"/>
            <a:ext cx="73152" cy="2103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1956816"/>
            <a:ext cx="9921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Student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267712"/>
            <a:ext cx="9857232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App connection analogy: what permissions would this need?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Gallery walk: leave one feedback note.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Next-build vote: what should this project add next?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343400"/>
            <a:ext cx="10241280" cy="86868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343400"/>
            <a:ext cx="73152" cy="86868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471416"/>
            <a:ext cx="9921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Exit ticket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782312"/>
            <a:ext cx="9912096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What did you make? What prompt helped? What would you change next?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OpenClaw + Codex OAuth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Building an AI Agent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Homework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Editable: change this based on what you want students to 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10469880" cy="182880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14884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172033"/>
                </a:solidFill>
                <a:latin typeface="Aptos"/>
              </a:rPr>
              <a:t>Final project concept or demo presentation. Edit this homework as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25196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4251960"/>
            <a:ext cx="73152" cy="9144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379976"/>
            <a:ext cx="9921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Assessment reminder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690872"/>
            <a:ext cx="991209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Assessment is based on projects, not tests. Students should be able to show what they made and explain one improvement.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