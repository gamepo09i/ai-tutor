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Build a Game with Codex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use the VS Code + Codex environment prepared in Class 2 to build a simple browser game. Options include a clicker game, dodge game, snake-style game, or simple space shooter.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Taken straight from the curriculum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874519"/>
            <a:ext cx="338328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874519"/>
            <a:ext cx="73152" cy="15087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002536"/>
            <a:ext cx="3063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313432"/>
            <a:ext cx="305409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Use Codex to generate, explain, debug, and improve a small browser game step by step.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74519"/>
            <a:ext cx="3108960" cy="150876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74519"/>
            <a:ext cx="73152" cy="150876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002536"/>
            <a:ext cx="2788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13432"/>
            <a:ext cx="2779776" cy="10058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Playable HTML/JavaScript game.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874519"/>
            <a:ext cx="3611880" cy="150876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874519"/>
            <a:ext cx="73152" cy="150876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2002536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313432"/>
            <a:ext cx="3227832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Codex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HTML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CSS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JavaScript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Game Development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69080"/>
            <a:ext cx="9875520" cy="91440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406908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6151" y="4197096"/>
            <a:ext cx="9555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framing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6151" y="4507992"/>
            <a:ext cx="954633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Every tool is introduced as a practical building tool, not abstract theory.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F97316"/>
                </a:solidFill>
                <a:latin typeface="Aptos"/>
              </a:rPr>
              <a:t>Can AI build a game that your friends can play?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Games teach debugging because problems are easy to see.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a tiny playable version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Test before adding features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Describe bugs clearly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Improve one feature at a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Build a tiny game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 Codex for a one-file clicker game.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Run the game.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Find one thing to improve.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 Codex to add score, timer, or levels.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Create a simple browser clicker game in one HTML file. Add score, 30-second timer, game over message, clean styling, and comments explaining the JavaScript.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97316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Pick a game type: clicker, dodge, snake-style, or space shooter.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Generate the first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Playtest with a partner.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Add one improvement.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Game menu vote: which game should we build?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Bug hunt: what broke or feels weird?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Peer playtest: one compliment, one upgrade idea.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Game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Build a Game with Codex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Add one new feature and get feedback from a parent or friend. Edit this homework 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