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learn how agents plan steps, use tools, and need human supervision. MCP, YouTube research, browser use, and computer use are combined into one practical workflow lesson.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Download everything before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this when students need the full course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73152" cy="2331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1. Open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Go to the GitHub page for the class materials.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748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737360"/>
            <a:ext cx="205740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737360"/>
            <a:ext cx="73152" cy="2331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2. Code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Click the green Code button near the file list.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737360"/>
            <a:ext cx="205740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3. Download 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Choose Download ZIP from the menu.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37360"/>
            <a:ext cx="1828800" cy="23317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737360"/>
            <a:ext cx="73152" cy="2331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86537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4. Open folder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76272"/>
            <a:ext cx="14996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Unzip it, then open the folder in VS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102412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70916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Teacher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148072"/>
            <a:ext cx="991209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If the GitHub layout changes, use the same idea: find the repo, open the download menu, download ZIP, unzip, then open the folder.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GitHub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Mock screenshot with arrows for the student walkthrough.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10652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664208"/>
            <a:ext cx="106527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9656"/>
            <a:ext cx="3200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6657B"/>
                </a:solidFill>
                <a:latin typeface="Aptos"/>
              </a:rPr>
              <a:t>github.com / class-repo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AI-Tutor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95728"/>
            <a:ext cx="1417320" cy="43891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2395728"/>
            <a:ext cx="13258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97180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18211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9359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Open with GitHub Desktop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913632"/>
            <a:ext cx="173736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32504"/>
            <a:ext cx="1417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172033"/>
                </a:solidFill>
                <a:latin typeface="Aptos"/>
              </a:rPr>
              <a:t>Download ZIP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55080" y="3840480"/>
            <a:ext cx="146304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3063240"/>
            <a:ext cx="452628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3063240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1" y="3191256"/>
            <a:ext cx="4206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Say this out 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502152"/>
            <a:ext cx="4142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Code button is not for writing code today.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It is the menu where GitHub hides the download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open the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After download, students need to unzip and open the project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74519"/>
            <a:ext cx="23774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423160"/>
            <a:ext cx="37947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423160"/>
            <a:ext cx="73152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25511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AI-Tutor-main.zip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620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Double-click to unzip.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2542032"/>
            <a:ext cx="100584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37560"/>
            <a:ext cx="379476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337560"/>
            <a:ext cx="73152" cy="56692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4655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AI-Tutor-main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764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This is the folder to open.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19"/>
            <a:ext cx="2651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4688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Aptos"/>
              </a:rPr>
              <a:t>File &gt; Open Folder...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2971800"/>
            <a:ext cx="109728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29000"/>
            <a:ext cx="38862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42900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1" y="3557016"/>
            <a:ext cx="3566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1" y="3867912"/>
            <a:ext cx="35570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The left Explorer panel should show folders like slides, docs, scripts, or your project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Each lesson is planned for about 90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83664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94560"/>
            <a:ext cx="300837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understand tool-using AI by designing a safe research workflow with clear human checkpoints.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55648"/>
            <a:ext cx="3246120" cy="129844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55648"/>
            <a:ext cx="73152" cy="129844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83664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194560"/>
            <a:ext cx="291693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Top 3 video comparison report plus a safe browser task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55648"/>
            <a:ext cx="3611880" cy="1298448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75564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883664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194560"/>
            <a:ext cx="322783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Agent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YouTube Research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Use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Safety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20440"/>
            <a:ext cx="10287000" cy="16459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20440"/>
            <a:ext cx="73152" cy="1645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648456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59352"/>
            <a:ext cx="9902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 vs chatbot hook: 10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 + tool demo: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YouTube research build: 30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safety design: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Share-out: 10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7C3AED"/>
                </a:solidFill>
                <a:latin typeface="Aptos"/>
              </a:rPr>
              <a:t>Can AI use internet tools by itself?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Press next to reveal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7C3AED"/>
                </a:solidFill>
                <a:latin typeface="Aptos"/>
              </a:rPr>
              <a:t>Which agent task is safest for class?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88920"/>
            <a:ext cx="10058400" cy="19659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73152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16936"/>
            <a:ext cx="9738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Choose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27832"/>
            <a:ext cx="9674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A. Buy the cheapest laptop online.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B. Compare 3 public tutorials and cite what to verify.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C. Log into my email and summarize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257800"/>
            <a:ext cx="9601200" cy="566928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5257800"/>
            <a:ext cx="73152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5385816"/>
            <a:ext cx="9281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Animation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696712"/>
            <a:ext cx="927201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Pause here. Let students vote with fingers, cards, or chat. Advance to reveal.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answer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This is a slide-by-slide reveal so it works anywhere.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1024128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Aptos"/>
              </a:rPr>
              <a:t>B. It uses public information and keeps a human verification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9966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471416"/>
            <a:ext cx="9646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Connect it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782312"/>
            <a:ext cx="963777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Ask: How could we rewrite the weak prompt or weak plan so it includes the missing details?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What to show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Give students a visible map before asking them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73152" cy="3474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UI/tool 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Chatbot mode: good for questions and summaries.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 workflow: goal, plan, tool use, check result, report back.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 idea: a connector that lets AI use approved tools.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task: public, supervised, and reversible.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Verification: humans check facts, links, dates, and source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498348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73152" cy="34747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Point to each tool before using it.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Say what it is for in one sentence.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Use one tiny example before the full activity.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Which tool should we use for this job?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prompt, better prompt, repair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need to see why a prompt fails and how to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10/18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73152" cy="33832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11095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Bad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21991"/>
            <a:ext cx="2916936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Find videos about coding.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83080"/>
            <a:ext cx="3611880" cy="338328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783080"/>
            <a:ext cx="73152" cy="33832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Why it is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221991"/>
            <a:ext cx="32278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audience: beginner, advanced, parent, or teacher?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comparison rule: it may list random videos.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trust check: it may skip verification.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output format: the report may be hard to grade.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83080"/>
            <a:ext cx="3611880" cy="157276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783080"/>
            <a:ext cx="73152" cy="15727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Better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221991"/>
            <a:ext cx="3282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Act as a careful research assistant. Compare 3 beginner-friendly YouTube videos about making a simple JavaScript game. For each, give topic, why it helps beginners, possible weakness, and which one to watch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11880"/>
            <a:ext cx="361188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11880"/>
            <a:ext cx="73152" cy="1554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73989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Repair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050791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Turn this into a safe research-agent prompt. Add source checking, beginner criteria, and a table format.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Examples students can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examples as starting points, not scripts to memorize.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11/18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10378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73152" cy="3063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11095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Example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1"/>
            <a:ext cx="99943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Verification: What facts should I check before trusting this video summary?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task: Design a safe 5-step public-information task with one human approval checkpoint.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Report: Make a table with video title, skill level, strongest part, weakness, and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02352"/>
            <a:ext cx="10241280" cy="713232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102352"/>
            <a:ext cx="73152" cy="713232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30368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How to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541264"/>
            <a:ext cx="991209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Replace the topic, audience, output format, and difficulty level. Then test once and ask for one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An agent is AI plus a job plus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Chatbots answer inside a conversation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Agents plan steps and use tools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 connects AI to external tools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Research needs verification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tasks need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Research agent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a student-selected topic.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Find or simulate three video results.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Summarize each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Compare which video is best for beginners.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Mark what a human must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Act as a careful research assistant. Topic: [student topic]. Compare three beginner-friendly YouTube videos. Summarize each, recommend the best first video, and list what a human should verify before trusting the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a topic.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 Top 3 video comparison.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Write why each video is useful.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Design a five-step browser task.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one human approval checkpoint.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 short activity that acts like an animation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2971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one example prompt.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Change the audience, topic, or feature.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Run or discuss the new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Share what changed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29718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2971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Fast finishers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one constraint.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AI to critique the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for one simpler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20-second explanation.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17/18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Sort cards: chatbot or agent?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Red/yellow/green: is this browser task safe?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 checkpoint: what should humans check?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and Research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MCP, YouTube Research, and Browser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Create a Top 3 video comparison report and add a safe 5-step browser task that could extend the research.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