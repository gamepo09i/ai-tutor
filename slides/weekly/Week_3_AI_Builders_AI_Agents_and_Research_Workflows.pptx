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learn how agents plan steps, use tools, and need human supervision. MCP, YouTube research, browser use, and computer use are combined into one practical workflow lesson.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Each lesson is planned for about 90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55648"/>
            <a:ext cx="33375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883664"/>
            <a:ext cx="3017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94560"/>
            <a:ext cx="300837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Help students understand tool-using AI by designing a safe research workflow with clear human checkpoints.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55648"/>
            <a:ext cx="3246120" cy="1298448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755648"/>
            <a:ext cx="73152" cy="129844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83664"/>
            <a:ext cx="2926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194560"/>
            <a:ext cx="291693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Top 3 video comparison report plus a safe browser task design.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55648"/>
            <a:ext cx="3611880" cy="1298448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75564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883664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194560"/>
            <a:ext cx="3227832" cy="795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AI Agent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MCP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YouTube Research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Browser Use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Verification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Safety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520440"/>
            <a:ext cx="10287000" cy="164592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520440"/>
            <a:ext cx="73152" cy="16459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48456"/>
            <a:ext cx="9966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90-minute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959352"/>
            <a:ext cx="99029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Agent vs chatbot hook: 10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MCP + tool demo: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YouTube research build: 30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Browser safety design: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Share-out: 10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7C3AED"/>
                </a:solidFill>
                <a:latin typeface="Aptos"/>
              </a:rPr>
              <a:t>Can AI use internet tools by itself?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An agent is AI plus a job plus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Chatbots answer inside a conversation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Agents plan steps and use tools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MCP connects AI to external tools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Research needs verification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Browser tasks need boundaries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Research agent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Choose a student-selected topic.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Find or simulate three video results.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Summarize each result.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Compare which video is best for beginners.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Mark what a human must verify.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Act as a careful research assistant. Topic: [student topic]. Compare three beginner-friendly YouTube videos. Summarize each, recommend the best first video, and list what a human should verify before trusting the report.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Pick a topic.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a Top 3 video comparison.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Write why each video is useful.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Design a five-step browser task.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Add one human approval checkpoint.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Sort cards: chatbot or agent?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Red/yellow/green: is this browser task safe?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Verification checkpoint: what should humans check?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Agents and Research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MCP, YouTube Research, and Browser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Create a Top 3 video comparison report and add a safe 5-step browser task that could extend the research.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