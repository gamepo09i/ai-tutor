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ChatGPT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ChatGPT is not just a search engine. It can act as a brainstorming partner, tutor, coach, writer, and project assistant.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Taken straight from the curriculum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73152" cy="1508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02536"/>
            <a:ext cx="3063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13432"/>
            <a:ext cx="305409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Move students from simply asking AI questions to designing a useful personal assistant.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74519"/>
            <a:ext cx="3108960" cy="150876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74519"/>
            <a:ext cx="73152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02536"/>
            <a:ext cx="2788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13432"/>
            <a:ext cx="277977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AI Assistant with 5 example conversations.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74519"/>
            <a:ext cx="361188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874519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200253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313432"/>
            <a:ext cx="3227832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ChatGPT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Prompt Engineering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Role + Task + Context + 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69080"/>
            <a:ext cx="987552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" y="4197096"/>
            <a:ext cx="9555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framing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4507992"/>
            <a:ext cx="95463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Every tool is introduced as a practical building tool, not abstract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Aptos"/>
              </a:rPr>
              <a:t>Can AI do my homework?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The student is the director. AI is the teammate.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can take a role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Specific context improves answers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 good format makes answers easier to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 vs. good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Bad: Help me study.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Better: Act as a friendly biology tutor. Quiz me on cells one question at a time. If I miss one, explain it simply.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Act as a friendly study coach for a high school student.</a:t>
            </a:r>
            <a:br/>
            <a:r>
              <a:t>Help me study [topic]. Ask one question at a time. If I get it wrong, explain simply and let me try again.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an assistant type: Study Buddy, Minecraft Coach, Music Advisor, Sports Trainer, or Writing Helper.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the assistant's role and rules.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Test it with 3 questions.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Improve the prompt after seeing the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Thumb vote: helpful or lazy?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Pair test: ask your partner's assistant one question.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Repair challenge: turn a vague prompt into a clear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Create an AI assistant with 5 example conversations. Edit this homework 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