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2344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Aptos"/>
              </a:rPr>
              <a:t>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118872"/>
            <a:ext cx="6309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ptos"/>
              </a:rPr>
              <a:t>Meet Your AI Teammate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09560" y="182880"/>
            <a:ext cx="3703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Aptos"/>
              </a:rPr>
              <a:t>ChatGPT basics + prompt formula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877824"/>
            <a:ext cx="274320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877824"/>
            <a:ext cx="73152" cy="105156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72" y="996695"/>
            <a:ext cx="24323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2563EB"/>
                </a:solidFill>
                <a:latin typeface="Aptos"/>
              </a:rPr>
              <a:t>Goal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1289304"/>
            <a:ext cx="2432304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20" b="0">
                <a:solidFill>
                  <a:srgbClr val="172033"/>
                </a:solidFill>
                <a:latin typeface="Aptos"/>
              </a:rPr>
              <a:t>Students learn that AI can be a tutor, coach, brainstorming partner, and project helper.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877824"/>
            <a:ext cx="23317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37560" y="877824"/>
            <a:ext cx="73152" cy="1051560"/>
          </a:xfrm>
          <a:prstGeom prst="rect">
            <a:avLst/>
          </a:prstGeom>
          <a:solidFill>
            <a:srgbClr val="0F9F6E"/>
          </a:solidFill>
          <a:ln>
            <a:solidFill>
              <a:srgbClr val="0F9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02152" y="996695"/>
            <a:ext cx="202082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0F9F6E"/>
                </a:solidFill>
                <a:latin typeface="Aptos"/>
              </a:rPr>
              <a:t>Student 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2152" y="1289304"/>
            <a:ext cx="2020824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20" b="0">
                <a:solidFill>
                  <a:srgbClr val="172033"/>
                </a:solidFill>
                <a:latin typeface="Aptos"/>
              </a:rPr>
              <a:t>Personal AI assistant with 5 example conversations.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877824"/>
            <a:ext cx="5897880" cy="1051560"/>
          </a:xfrm>
          <a:prstGeom prst="roundRect">
            <a:avLst/>
          </a:prstGeom>
          <a:solidFill>
            <a:srgbClr val="FFF7ED"/>
          </a:solidFill>
          <a:ln>
            <a:solidFill>
              <a:srgbClr val="FD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16752" y="987552"/>
            <a:ext cx="5394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F97316"/>
                </a:solidFill>
                <a:latin typeface="Aptos"/>
              </a:rPr>
              <a:t>Homework - editable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16752" y="1280160"/>
            <a:ext cx="5440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20" b="0">
                <a:solidFill>
                  <a:srgbClr val="172033"/>
                </a:solidFill>
                <a:latin typeface="Aptos"/>
              </a:rPr>
              <a:t>Create 5 example conversations with your assistant. Replace this with your own homework if needed.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2139696"/>
            <a:ext cx="3520440" cy="1856231"/>
          </a:xfrm>
          <a:prstGeom prst="roundRect">
            <a:avLst/>
          </a:prstGeom>
          <a:solidFill>
            <a:srgbClr val="FFFFFF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2139696"/>
            <a:ext cx="73152" cy="1856231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6072" y="2258568"/>
            <a:ext cx="320954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2563EB"/>
                </a:solidFill>
                <a:latin typeface="Aptos"/>
              </a:rPr>
              <a:t>90-minute flow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" y="2569463"/>
            <a:ext cx="3136392" cy="1353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40">
                <a:solidFill>
                  <a:srgbClr val="172033"/>
                </a:solidFill>
                <a:latin typeface="Aptos"/>
              </a:defRPr>
            </a:pPr>
            <a:r>
              <a:t>0-10 Hook: Can AI do my homework?</a:t>
            </a:r>
          </a:p>
          <a:p>
            <a:pPr>
              <a:spcAft>
                <a:spcPts val="500"/>
              </a:spcAft>
              <a:defRPr sz="1140">
                <a:solidFill>
                  <a:srgbClr val="172033"/>
                </a:solidFill>
                <a:latin typeface="Aptos"/>
              </a:defRPr>
            </a:pPr>
            <a:r>
              <a:t>10-25 Demo: weak vs strong prompt</a:t>
            </a:r>
          </a:p>
          <a:p>
            <a:pPr>
              <a:spcAft>
                <a:spcPts val="500"/>
              </a:spcAft>
              <a:defRPr sz="1140">
                <a:solidFill>
                  <a:srgbClr val="172033"/>
                </a:solidFill>
                <a:latin typeface="Aptos"/>
              </a:defRPr>
            </a:pPr>
            <a:r>
              <a:t>25-70 Build: custom assistant</a:t>
            </a:r>
          </a:p>
          <a:p>
            <a:pPr>
              <a:spcAft>
                <a:spcPts val="500"/>
              </a:spcAft>
              <a:defRPr sz="1140">
                <a:solidFill>
                  <a:srgbClr val="172033"/>
                </a:solidFill>
                <a:latin typeface="Aptos"/>
              </a:defRPr>
            </a:pPr>
            <a:r>
              <a:t>70-85 Partner test</a:t>
            </a:r>
          </a:p>
          <a:p>
            <a:pPr>
              <a:spcAft>
                <a:spcPts val="500"/>
              </a:spcAft>
              <a:defRPr sz="1140">
                <a:solidFill>
                  <a:srgbClr val="172033"/>
                </a:solidFill>
                <a:latin typeface="Aptos"/>
              </a:defRPr>
            </a:pPr>
            <a:r>
              <a:t>85-90 Wrap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60520" y="2139696"/>
            <a:ext cx="3474720" cy="1856231"/>
          </a:xfrm>
          <a:prstGeom prst="roundRect">
            <a:avLst/>
          </a:prstGeom>
          <a:solidFill>
            <a:srgbClr val="F5F3FF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60520" y="2139696"/>
            <a:ext cx="73152" cy="1856231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25112" y="2258568"/>
            <a:ext cx="316382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7C3AED"/>
                </a:solidFill>
                <a:latin typeface="Aptos"/>
              </a:rPr>
              <a:t>Interactive moments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61688" y="2569463"/>
            <a:ext cx="3090672" cy="1353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40">
                <a:solidFill>
                  <a:srgbClr val="172033"/>
                </a:solidFill>
                <a:latin typeface="Aptos"/>
              </a:defRPr>
            </a:pPr>
            <a:r>
              <a:t>Thumb vote: helpful or lazy?</a:t>
            </a:r>
          </a:p>
          <a:p>
            <a:pPr>
              <a:spcAft>
                <a:spcPts val="500"/>
              </a:spcAft>
              <a:defRPr sz="1140">
                <a:solidFill>
                  <a:srgbClr val="172033"/>
                </a:solidFill>
                <a:latin typeface="Aptos"/>
              </a:defRPr>
            </a:pPr>
            <a:r>
              <a:t>Pair test: ask your partner's assistant one question</a:t>
            </a:r>
          </a:p>
          <a:p>
            <a:pPr>
              <a:spcAft>
                <a:spcPts val="500"/>
              </a:spcAft>
              <a:defRPr sz="1140">
                <a:solidFill>
                  <a:srgbClr val="172033"/>
                </a:solidFill>
                <a:latin typeface="Aptos"/>
              </a:defRPr>
            </a:pPr>
            <a:r>
              <a:t>Debug moment: make a vague prompt clearer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863840" y="2139696"/>
            <a:ext cx="3886200" cy="1856231"/>
          </a:xfrm>
          <a:prstGeom prst="roundRect">
            <a:avLst/>
          </a:prstGeom>
          <a:solidFill>
            <a:srgbClr val="EFF6FF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863840" y="2139696"/>
            <a:ext cx="73152" cy="1856231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28431" y="2258568"/>
            <a:ext cx="35753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F97316"/>
                </a:solidFill>
                <a:latin typeface="Aptos"/>
              </a:rPr>
              <a:t>Tutor moves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65008" y="2569463"/>
            <a:ext cx="3502152" cy="1353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40">
                <a:solidFill>
                  <a:srgbClr val="172033"/>
                </a:solidFill>
                <a:latin typeface="Aptos"/>
              </a:defRPr>
            </a:pPr>
            <a:r>
              <a:t>Ask students to predict before AI answers.</a:t>
            </a:r>
          </a:p>
          <a:p>
            <a:pPr>
              <a:spcAft>
                <a:spcPts val="500"/>
              </a:spcAft>
              <a:defRPr sz="1140">
                <a:solidFill>
                  <a:srgbClr val="172033"/>
                </a:solidFill>
                <a:latin typeface="Aptos"/>
              </a:defRPr>
            </a:pPr>
            <a:r>
              <a:t>Pause after every demo to name what changed.</a:t>
            </a:r>
          </a:p>
          <a:p>
            <a:pPr>
              <a:spcAft>
                <a:spcPts val="500"/>
              </a:spcAft>
              <a:defRPr sz="1140">
                <a:solidFill>
                  <a:srgbClr val="172033"/>
                </a:solidFill>
                <a:latin typeface="Aptos"/>
              </a:defRPr>
            </a:pPr>
            <a:r>
              <a:t>Make one small improvement, then test.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4251960"/>
            <a:ext cx="2011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Aptos"/>
              </a:rPr>
              <a:t>Live demo prompt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1480" y="4526280"/>
            <a:ext cx="7315200" cy="137160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709160"/>
            <a:ext cx="6931152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40" b="0">
                <a:solidFill>
                  <a:srgbClr val="FFFFFF"/>
                </a:solidFill>
                <a:latin typeface="Aptos"/>
              </a:rPr>
              <a:t>Act as a friendly study coach for a high school student.</a:t>
            </a:r>
            <a:br/>
            <a:r>
              <a:t>Help me study [topic]. Ask one question at a time. If I get it wrong, explain simply and let me try again.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73568" y="4526280"/>
            <a:ext cx="3776472" cy="1371600"/>
          </a:xfrm>
          <a:prstGeom prst="roundRect">
            <a:avLst/>
          </a:prstGeom>
          <a:solidFill>
            <a:srgbClr val="ECFDF5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73568" y="4526280"/>
            <a:ext cx="73152" cy="1371600"/>
          </a:xfrm>
          <a:prstGeom prst="rect">
            <a:avLst/>
          </a:prstGeom>
          <a:solidFill>
            <a:srgbClr val="0F9F6E"/>
          </a:solidFill>
          <a:ln>
            <a:solidFill>
              <a:srgbClr val="0F9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38160" y="4645152"/>
            <a:ext cx="3465576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0F9F6E"/>
                </a:solidFill>
                <a:latin typeface="Aptos"/>
              </a:rPr>
              <a:t>Exit ticket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0" y="4937760"/>
            <a:ext cx="346557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20" b="0">
                <a:solidFill>
                  <a:srgbClr val="172033"/>
                </a:solidFill>
                <a:latin typeface="Aptos"/>
              </a:rPr>
              <a:t>Before students leave, ask: What did you make? What was one prompt that helped? What is one thing you would change next?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537960"/>
            <a:ext cx="5852160" cy="155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0">
                <a:solidFill>
                  <a:srgbClr val="56657B"/>
                </a:solidFill>
                <a:latin typeface="Aptos"/>
              </a:rPr>
              <a:t>AI Builders Academy | Separate weekly lesson slide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18520" y="6537960"/>
            <a:ext cx="777240" cy="155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56657B"/>
                </a:solidFill>
                <a:latin typeface="Aptos"/>
              </a:rPr>
              <a:t>Week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