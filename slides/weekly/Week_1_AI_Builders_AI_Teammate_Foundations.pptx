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38160" y="-457200"/>
            <a:ext cx="2926080" cy="29260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713232"/>
            <a:ext cx="1554480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786384"/>
            <a:ext cx="123444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44752"/>
            <a:ext cx="8869680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359152"/>
            <a:ext cx="8778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E2E8F0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8961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Aptos"/>
              </a:rPr>
              <a:t>Students learn that AI is a creative teammate, not just a search box. They practice prompt structure, test answers, and build a personal assistant they can improve.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Download everything before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this when students need the full course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2/18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37360"/>
            <a:ext cx="2057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1. Open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Go to the GitHub page for the class materials.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69748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737360"/>
            <a:ext cx="205740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1737360"/>
            <a:ext cx="73152" cy="23317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2. Code button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219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Click the green Code button near the file list.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76072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1737360"/>
            <a:ext cx="205740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20840" y="1737360"/>
            <a:ext cx="73152" cy="2331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865376"/>
            <a:ext cx="1737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3. Download ZIP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1" y="2176272"/>
            <a:ext cx="17282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Choose Download ZIP from the menu.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823960" y="2423160"/>
            <a:ext cx="8686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737360"/>
            <a:ext cx="1828800" cy="23317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1737360"/>
            <a:ext cx="73152" cy="23317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48672" y="1865376"/>
            <a:ext cx="1508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4. Open folder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8672" y="2176272"/>
            <a:ext cx="1499616" cy="18287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Unzip it, then open the folder in VS Code.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10241280" cy="77724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4709160"/>
            <a:ext cx="73152" cy="777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8371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Teacher note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5148072"/>
            <a:ext cx="991209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If the GitHub layout changes, use the same idea: find the repo, open the download menu, download ZIP, unzip, then open the folder.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GitHub download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Mock screenshot with arrows for the student walkthrough.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64208"/>
            <a:ext cx="106527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1664208"/>
            <a:ext cx="10652760" cy="475488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819656"/>
            <a:ext cx="3200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56657B"/>
                </a:solidFill>
                <a:latin typeface="Aptos"/>
              </a:rPr>
              <a:t>github.com / class-repo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4389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172033"/>
                </a:solidFill>
                <a:latin typeface="Aptos"/>
              </a:rPr>
              <a:t>AI-Tutor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395728"/>
            <a:ext cx="1417320" cy="438912"/>
          </a:xfrm>
          <a:prstGeom prst="round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542032"/>
            <a:ext cx="91440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Code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2395728"/>
            <a:ext cx="132588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2971800"/>
            <a:ext cx="20574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318211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Clone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93592"/>
            <a:ext cx="141732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Open with GitHub Desktop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3913632"/>
            <a:ext cx="173736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32504"/>
            <a:ext cx="14173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172033"/>
                </a:solidFill>
                <a:latin typeface="Aptos"/>
              </a:rPr>
              <a:t>Download ZIP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55080" y="3840480"/>
            <a:ext cx="146304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choose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" y="3063240"/>
            <a:ext cx="4526280" cy="123444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51560" y="3063240"/>
            <a:ext cx="73152" cy="1234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6151" y="3191256"/>
            <a:ext cx="4206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Say this out loud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3502152"/>
            <a:ext cx="41422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Code button is not for writing code today.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It is the menu where GitHub hides the download option.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Screenshot guide: open the folder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After download, students need to unzip and open the project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874519"/>
            <a:ext cx="237744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Downloads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423160"/>
            <a:ext cx="3794760" cy="566928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2423160"/>
            <a:ext cx="73152" cy="5669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07592" y="25511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AI-Tutor-main.zip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7592" y="28620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Double-click to unzip.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120640" y="2542032"/>
            <a:ext cx="1005840" cy="411480"/>
          </a:xfrm>
          <a:prstGeom prst="rightArrow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unzip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337560"/>
            <a:ext cx="3794760" cy="56692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3337560"/>
            <a:ext cx="73152" cy="56692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07592" y="3465576"/>
            <a:ext cx="3474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AI-Tutor-main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07592" y="3776472"/>
            <a:ext cx="346557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This is the folder to open.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737360"/>
            <a:ext cx="49834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737360"/>
            <a:ext cx="4983480" cy="411480"/>
          </a:xfrm>
          <a:prstGeom prst="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1874519"/>
            <a:ext cx="265176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56657B"/>
                </a:solidFill>
                <a:latin typeface="Aptos"/>
              </a:rPr>
              <a:t>VS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468880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1">
                <a:solidFill>
                  <a:srgbClr val="172033"/>
                </a:solidFill>
                <a:latin typeface="Aptos"/>
              </a:rPr>
              <a:t>File &gt; Open Folder...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89320" y="2971800"/>
            <a:ext cx="1097280" cy="411480"/>
          </a:xfrm>
          <a:prstGeom prst="rightArrow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20840" y="3429000"/>
            <a:ext cx="3886200" cy="91440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720840" y="3429000"/>
            <a:ext cx="73152" cy="9144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1" y="3557016"/>
            <a:ext cx="3566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1" y="3867912"/>
            <a:ext cx="355701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The left Explorer panel should show folders like slides, docs, scripts, or your project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Today’s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Each lesson is planned for about 90 minutes.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55648"/>
            <a:ext cx="333756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55648"/>
            <a:ext cx="73152" cy="129844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883664"/>
            <a:ext cx="30175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Main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194560"/>
            <a:ext cx="300837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Move students from simply asking questions to directing an AI teammate with clear roles, context, and output formats.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755648"/>
            <a:ext cx="3246120" cy="129844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755648"/>
            <a:ext cx="73152" cy="129844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883664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Student deliverable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2194560"/>
            <a:ext cx="2916936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Personal AI assistant with 5 useful example conversations.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755648"/>
            <a:ext cx="3611880" cy="1298448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26679" y="1755648"/>
            <a:ext cx="73152" cy="129844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1" y="1883664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Tools today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2194560"/>
            <a:ext cx="3227832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ChatGPT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Prompt Engineering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Role + Task + Context + Format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Critique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20440"/>
            <a:ext cx="10287000" cy="164592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3520440"/>
            <a:ext cx="73152" cy="16459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3648456"/>
            <a:ext cx="9966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90-minute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959352"/>
            <a:ext cx="990295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Hook + discussion: 10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Prompt formula demo: 20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Assistant build: 40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Pair test + revise: 15 min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Exit ticket: 5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Start with a question that makes students curious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6/18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19"/>
            <a:ext cx="104241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2563EB"/>
                </a:solidFill>
                <a:latin typeface="Aptos"/>
              </a:rPr>
              <a:t>Can AI do my homework?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9692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Ask for quick predictions.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Let students argue both sides.</a:t>
            </a:r>
          </a:p>
          <a:p>
            <a:pPr>
              <a:spcAft>
                <a:spcPts val="900"/>
              </a:spcAft>
              <a:defRPr sz="2300">
                <a:solidFill>
                  <a:srgbClr val="172033"/>
                </a:solidFill>
                <a:latin typeface="Aptos"/>
              </a:defRPr>
            </a:pPr>
            <a:r>
              <a:t>Then show the demo before explaining too much.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Press next to reveal the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7/18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2563EB"/>
                </a:solidFill>
                <a:latin typeface="Aptos"/>
              </a:rPr>
              <a:t>Which prompt will usually teach better?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788920"/>
            <a:ext cx="10058400" cy="196596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2788920"/>
            <a:ext cx="73152" cy="19659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16936"/>
            <a:ext cx="97383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Choose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27832"/>
            <a:ext cx="9674352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A. Help me study.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B. Act as a biology tutor. Quiz me on cells one question at a time.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C. Tell me everything about science.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5257800"/>
            <a:ext cx="9601200" cy="566928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40" y="5257800"/>
            <a:ext cx="73152" cy="5669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9032" y="5385816"/>
            <a:ext cx="92811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Animation cue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5696712"/>
            <a:ext cx="9272016" cy="640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Pause here. Let students vote with fingers, cards, or chat. Advance to reveal.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Trivia answer reveal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This is a slide-by-slide reveal so it works anywhere.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1965960"/>
            <a:ext cx="10241280" cy="1828800"/>
          </a:xfrm>
          <a:prstGeom prst="roundRect">
            <a:avLst/>
          </a:prstGeom>
          <a:solidFill>
            <a:srgbClr val="ECFDF5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172033"/>
                </a:solidFill>
                <a:latin typeface="Aptos"/>
              </a:rPr>
              <a:t>B. It gives a role, topic, task, format, and interaction rule.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343400"/>
            <a:ext cx="99669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4343400"/>
            <a:ext cx="73152" cy="777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1872" y="4471416"/>
            <a:ext cx="96469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Connect it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4782312"/>
            <a:ext cx="9637776" cy="2743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Ask: How could we rewrite the weak prompt or weak plan so it includes the missing details?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What to show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Give students a visible map before asking them to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9/18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52120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783080"/>
            <a:ext cx="5212080" cy="384048"/>
          </a:xfrm>
          <a:prstGeom prst="rect">
            <a:avLst/>
          </a:prstGeom>
          <a:solidFill>
            <a:srgbClr val="F1F5F9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1892807"/>
            <a:ext cx="48920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1">
                <a:solidFill>
                  <a:srgbClr val="56657B"/>
                </a:solidFill>
                <a:latin typeface="Aptos"/>
              </a:rPr>
              <a:t>Screenshot-style mockup: ChatGPT / menu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423160"/>
            <a:ext cx="4700016" cy="457200"/>
          </a:xfrm>
          <a:prstGeom prst="roundRect">
            <a:avLst/>
          </a:prstGeom>
          <a:solidFill>
            <a:srgbClr val="F8FAFC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2569464"/>
            <a:ext cx="4370832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56657B"/>
                </a:solidFill>
                <a:latin typeface="Aptos"/>
              </a:rPr>
              <a:t>/  Type a tool or command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0815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32004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31821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Search: ask ChatGPT to look up current public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5387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2144" y="36576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36393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Create image: generate or edit a picture from a description.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" y="39959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2144" y="41148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44752" y="40965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Canvas: open a shared writing/code workspace for longer drafts.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7552" y="44531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45720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45537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Analyze file: upload a PDF, spreadsheet, image, or notes for help.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" y="49103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52144" y="50292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44752" y="50109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Deep research: ask for a slower, sourced research report when available.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" y="5367528"/>
            <a:ext cx="4700016" cy="402336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2144" y="5486400"/>
            <a:ext cx="256032" cy="1005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Aptos"/>
              </a:rPr>
              <a:t>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5468112"/>
            <a:ext cx="40690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69" b="0">
                <a:solidFill>
                  <a:srgbClr val="172033"/>
                </a:solidFill>
                <a:latin typeface="Aptos"/>
              </a:rPr>
              <a:t>More tools: account-specific items may appear or disappear.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1783080"/>
            <a:ext cx="4983480" cy="347472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1783080"/>
            <a:ext cx="7315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1911095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Explain it simply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4807" y="2221991"/>
            <a:ext cx="4599432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Typing / is a quick way to look for available tools.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The exact list can change by account, plan, and school settings.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Students do not need every tool today; they need to know how to choose the right one.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Rule: pick the tool that matches the job, then give clear instructions.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prompt, better prompt, repair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need to see why a prompt fails and how to fix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10/18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2461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783080"/>
            <a:ext cx="73152" cy="3383280"/>
          </a:xfrm>
          <a:prstGeom prst="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1911095"/>
            <a:ext cx="292607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Aptos"/>
              </a:rPr>
              <a:t>Bad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2221991"/>
            <a:ext cx="2916936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Help me study.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1783080"/>
            <a:ext cx="3611880" cy="338328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1783080"/>
            <a:ext cx="73152" cy="338328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Why it is weak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221991"/>
            <a:ext cx="32278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role: ChatGPT does not know whether to be a teacher, quizzer, or note writer.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topic: 'study' could mean anything.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format: the answer may become a long wall of text.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No interaction rule: it may answer instead of teaching.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1783080"/>
            <a:ext cx="3611880" cy="1572768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783080"/>
            <a:ext cx="73152" cy="1572768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28431" y="1911095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Better prompt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221991"/>
            <a:ext cx="3282696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Act as a friendly biology tutor. Quiz me on cell parts one question at a time. If I miss one, explain it simply and give me another try.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611880"/>
            <a:ext cx="3611880" cy="1554480"/>
          </a:xfrm>
          <a:prstGeom prst="roundRect">
            <a:avLst/>
          </a:prstGeom>
          <a:solidFill>
            <a:srgbClr val="EFF6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0" y="3611880"/>
            <a:ext cx="73152" cy="15544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739896"/>
            <a:ext cx="32918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Repair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4050791"/>
            <a:ext cx="3282696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Make my prompt better. Ask me for missing details first, then rewrite it using Role + Task + Context + Format.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Examples students can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examples as starting points, not scripts to memorize.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11/18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783080"/>
            <a:ext cx="1037844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783080"/>
            <a:ext cx="73152" cy="3063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11095"/>
            <a:ext cx="100584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Example prompts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21991"/>
            <a:ext cx="99943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Tutor: Act as an algebra coach. Give me 5 practice problems on slope and explain mistakes.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Coach: Act as a basketball trainer. Make a 20-minute beginner dribbling plan.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Creative: Act as a game designer. Give me 3 simple game ideas I can build in HTML.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102352"/>
            <a:ext cx="10241280" cy="713232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102352"/>
            <a:ext cx="73152" cy="713232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5230368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How to 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5541264"/>
            <a:ext cx="9912096" cy="2103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Replace the topic, audience, output format, and difficulty level. Then test once and ask for one improvement.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Big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One concept students should remember after class.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12/18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172033"/>
                </a:solidFill>
                <a:latin typeface="Aptos"/>
              </a:rPr>
              <a:t>The student is the director. AI is the teammate.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63240"/>
            <a:ext cx="1014984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3063240"/>
            <a:ext cx="73152" cy="1645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191256"/>
            <a:ext cx="9829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Key concepts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02152"/>
            <a:ext cx="9765792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AI can take a role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Specific context improves answers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 good format makes answers easier to use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Humans still check the result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Bad prompt vs. good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Live demo: students see the result before the explanation.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13/18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8006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108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480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Demo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4165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Bad: Help me study.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Better: Act as a friendly biology tutor. Quiz me on cells one question at a time. If I miss one, explain it simply.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828800"/>
            <a:ext cx="5257800" cy="310896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1828800"/>
            <a:ext cx="73152" cy="310896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56816"/>
            <a:ext cx="49377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Tutor move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2267712"/>
            <a:ext cx="4873752" cy="2606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Narrate what you are asking AI to do.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Pause after the output.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Ask: What should we improve next?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Live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Copy, modify, and use during the demo.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14/18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10561320" cy="278892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21408"/>
            <a:ext cx="10058400" cy="2240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100" b="0">
                <a:solidFill>
                  <a:srgbClr val="FFFFFF"/>
                </a:solidFill>
                <a:latin typeface="Aptos"/>
              </a:rPr>
              <a:t>Act as a friendly study coach for a high school student.</a:t>
            </a:r>
            <a:br/>
            <a:r>
              <a:t>Help me study [topic]. Ask one question at a time. If I get it wrong, explain simply and let me try again.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74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After the response, ask students: What worked? What is missing? What should we ask next?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Hands-on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Students create their own version and improve through iteration.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15/18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324612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324612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Build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Choose an assistant type: Study Buddy, Minecraft Coach, Music Advisor, Sports Trainer, Writing Helper, or Game Idea Coach.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Create the assistant's role, rules, and answer format.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Test it with 3 real questions.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Improve the prompt after seeing the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32461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Keep it manageable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Start with the smallest working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Let students customize one thing.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Have them explain the change in plain English.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Mini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A short activity that acts like an animation break.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16/18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49834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1828800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2563EB"/>
                </a:solidFill>
                <a:latin typeface="Aptos"/>
              </a:rPr>
              <a:t>Challenge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Pick one example prompt.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Change the audience, topic, or feature.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Run or discuss the new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Share what changed in one sentence.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828800"/>
            <a:ext cx="4983480" cy="2971800"/>
          </a:xfrm>
          <a:prstGeom prst="roundRect">
            <a:avLst/>
          </a:prstGeom>
          <a:solidFill>
            <a:srgbClr val="FFF7ED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2971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1956816"/>
            <a:ext cx="4663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Fast finishers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267712"/>
            <a:ext cx="459943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Add one constraint.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AI to critique the result.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Ask for one simpler version.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Prepare a 20-second explanation.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Interactive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Use these to keep kids active instead of just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17/18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828800"/>
            <a:ext cx="10241280" cy="2103120"/>
          </a:xfrm>
          <a:prstGeom prst="roundRect">
            <a:avLst/>
          </a:prstGeom>
          <a:solidFill>
            <a:srgbClr val="F5F3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28800"/>
            <a:ext cx="73152" cy="210312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7C3AED"/>
                </a:solidFill>
                <a:latin typeface="Aptos"/>
              </a:rPr>
              <a:t>Student interaction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67712"/>
            <a:ext cx="9857232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Thumb vote: helpful or lazy?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Pair test: ask your partner's assistant one question.</a:t>
            </a:r>
          </a:p>
          <a:p>
            <a:pPr>
              <a:spcAft>
                <a:spcPts val="900"/>
              </a:spcAft>
              <a:defRPr sz="1400">
                <a:solidFill>
                  <a:srgbClr val="172033"/>
                </a:solidFill>
                <a:latin typeface="Aptos"/>
              </a:defRPr>
            </a:pPr>
            <a:r>
              <a:t>Repair challenge: turn a vague prompt into a clear prompt.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43400"/>
            <a:ext cx="10241280" cy="868680"/>
          </a:xfrm>
          <a:prstGeom prst="roundRect">
            <a:avLst/>
          </a:prstGeom>
          <a:solidFill>
            <a:srgbClr val="ECFDF5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343400"/>
            <a:ext cx="73152" cy="868680"/>
          </a:xfrm>
          <a:prstGeom prst="rect">
            <a:avLst/>
          </a:prstGeom>
          <a:solidFill>
            <a:srgbClr val="0F9F6E"/>
          </a:solidFill>
          <a:ln>
            <a:solidFill>
              <a:srgbClr val="0F9F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47141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F9F6E"/>
                </a:solidFill>
                <a:latin typeface="Aptos"/>
              </a:rPr>
              <a:t>Exit ticket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782312"/>
            <a:ext cx="9912096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What did you make? What prompt helped? What would you change next?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43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ptos"/>
              </a:rPr>
              <a:t>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72768" y="109728"/>
            <a:ext cx="6492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ptos"/>
              </a:rPr>
              <a:t>AI Teammate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9560" y="173736"/>
            <a:ext cx="374903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Aptos"/>
              </a:rPr>
              <a:t>ChatGPT, Prompting, and First Assistant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32688"/>
            <a:ext cx="1069848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100" b="1">
                <a:solidFill>
                  <a:srgbClr val="172033"/>
                </a:solidFill>
                <a:latin typeface="Aptos"/>
              </a:rPr>
              <a:t>Homework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481328"/>
            <a:ext cx="10424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56657B"/>
                </a:solidFill>
                <a:latin typeface="Aptos"/>
              </a:rPr>
              <a:t>Editable: change this based on what you want students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9672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56657B"/>
                </a:solidFill>
                <a:latin typeface="Aptos"/>
              </a:rPr>
              <a:t>AI Builders Academy | 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9672"/>
            <a:ext cx="8229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56657B"/>
                </a:solidFill>
                <a:latin typeface="Aptos"/>
              </a:rPr>
              <a:t>18/18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1828800"/>
            <a:ext cx="10469880" cy="1828800"/>
          </a:xfrm>
          <a:prstGeom prst="roundRect">
            <a:avLst/>
          </a:prstGeom>
          <a:solidFill>
            <a:srgbClr val="FFF7ED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1488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172033"/>
                </a:solidFill>
                <a:latin typeface="Aptos"/>
              </a:rPr>
              <a:t>Create an AI assistant with 5 example conversations. Add one rule that makes the assistant more helpful or safer.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5196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51960"/>
            <a:ext cx="73152" cy="9144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379976"/>
            <a:ext cx="9921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F97316"/>
                </a:solidFill>
                <a:latin typeface="Aptos"/>
              </a:rPr>
              <a:t>Assessment reminder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4690872"/>
            <a:ext cx="99120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Aptos"/>
              </a:rPr>
              <a:t>Assessment is based on projects, not tests. Students should be able to show what they made and explain one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