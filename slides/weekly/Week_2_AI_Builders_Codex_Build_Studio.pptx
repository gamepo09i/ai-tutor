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138160" y="-457200"/>
            <a:ext cx="2926080" cy="2926080"/>
          </a:xfrm>
          <a:prstGeom prst="round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713232"/>
            <a:ext cx="1554480" cy="347472"/>
          </a:xfrm>
          <a:prstGeom prst="round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786384"/>
            <a:ext cx="12344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WEEK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44752"/>
            <a:ext cx="886968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Aptos"/>
              </a:rPr>
              <a:t>Codex Build Studio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3591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0">
                <a:solidFill>
                  <a:srgbClr val="E2E8F0"/>
                </a:solidFill>
                <a:latin typeface="Aptos"/>
              </a:rPr>
              <a:t>VS Code, Web UI, and Space Invaders Basics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69080"/>
            <a:ext cx="8961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E2E8F0"/>
                </a:solidFill>
                <a:latin typeface="Aptos"/>
              </a:rPr>
              <a:t>Students set up the coding workspace, learn files and previews, build a simple web UI, then use Codex to create the basics of a Space Invaders-style browser game.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Codex Build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VS Code, Web UI, and Space Invaders Basics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Today’s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Each lesson is planned for about 90 minutes.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755648"/>
            <a:ext cx="333756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755648"/>
            <a:ext cx="73152" cy="1298448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883664"/>
            <a:ext cx="30175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Main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94560"/>
            <a:ext cx="3008376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Help students get a working coding setup and experience the loop of ask, run, debug, and improve.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755648"/>
            <a:ext cx="3246120" cy="1298448"/>
          </a:xfrm>
          <a:prstGeom prst="roundRect">
            <a:avLst/>
          </a:prstGeom>
          <a:solidFill>
            <a:srgbClr val="ECFDF5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755648"/>
            <a:ext cx="73152" cy="1298448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883664"/>
            <a:ext cx="292607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Student deliverable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6552" y="2194560"/>
            <a:ext cx="2916936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Personal web page plus a playable Space Invaders starter.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26679" y="1755648"/>
            <a:ext cx="3611880" cy="1298448"/>
          </a:xfrm>
          <a:prstGeom prst="roundRect">
            <a:avLst/>
          </a:prstGeom>
          <a:solidFill>
            <a:srgbClr val="F5F3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26679" y="175564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91271" y="1883664"/>
            <a:ext cx="3291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7C3AED"/>
                </a:solidFill>
                <a:latin typeface="Aptos"/>
              </a:rPr>
              <a:t>Tools today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194560"/>
            <a:ext cx="3227832" cy="795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VS Code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Codex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HTML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CSS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JavaScript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Browser Preview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3520440"/>
            <a:ext cx="10287000" cy="1645920"/>
          </a:xfrm>
          <a:prstGeom prst="roundRect">
            <a:avLst/>
          </a:prstGeom>
          <a:solidFill>
            <a:srgbClr val="FFF7ED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3520440"/>
            <a:ext cx="73152" cy="164592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3648456"/>
            <a:ext cx="99669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90-minute 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3959352"/>
            <a:ext cx="990295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Setup + folder tour: 15 min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Profile page demo: 20 min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Student customization: 20 min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Space Invaders starter: 30 min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Playtest + exit ticket: 5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Codex Build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VS Code, Web UI, and Space Invaders Basics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Hook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Start with a question that makes students curious immediately.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3/9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>
                <a:solidFill>
                  <a:srgbClr val="0F9F6E"/>
                </a:solidFill>
                <a:latin typeface="Aptos"/>
              </a:rPr>
              <a:t>Can AI become your coding partner inside VS Code?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657600"/>
            <a:ext cx="9692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72033"/>
                </a:solidFill>
                <a:latin typeface="Aptos"/>
              </a:defRPr>
            </a:pPr>
            <a:r>
              <a:t>Ask for quick predictions.</a:t>
            </a:r>
          </a:p>
          <a:p>
            <a:pPr>
              <a:spcAft>
                <a:spcPts val="900"/>
              </a:spcAft>
              <a:defRPr sz="2300">
                <a:solidFill>
                  <a:srgbClr val="172033"/>
                </a:solidFill>
                <a:latin typeface="Aptos"/>
              </a:defRPr>
            </a:pPr>
            <a:r>
              <a:t>Let students argue both sides.</a:t>
            </a:r>
          </a:p>
          <a:p>
            <a:pPr>
              <a:spcAft>
                <a:spcPts val="900"/>
              </a:spcAft>
              <a:defRPr sz="2300">
                <a:solidFill>
                  <a:srgbClr val="172033"/>
                </a:solidFill>
                <a:latin typeface="Aptos"/>
              </a:defRPr>
            </a:pPr>
            <a:r>
              <a:t>Then show the demo before explaining too much.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Codex Build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VS Code, Web UI, and Space Invaders Basics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Big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One concept students should remember after class.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4/9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172033"/>
                </a:solidFill>
                <a:latin typeface="Aptos"/>
              </a:rPr>
              <a:t>A project is a folder of files that you can run, inspect, and improve one change at a 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3063240"/>
            <a:ext cx="1014984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3063240"/>
            <a:ext cx="73152" cy="1645920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191256"/>
            <a:ext cx="9829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Key concepts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02152"/>
            <a:ext cx="976579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Open a project folder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Create and edit files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Preview a web page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Describe bugs clearly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Keep games tiny before adding features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Codex Build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VS Code, Web UI, and Space Invaders Basics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From web page to tiny game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Live demo: students see the result before the explanation.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48006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1828800"/>
            <a:ext cx="73152" cy="3108960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956816"/>
            <a:ext cx="44805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Demo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67712"/>
            <a:ext cx="4416552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Open VS Code and a course folder.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Ask Codex to create index.html.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Preview the page.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Ask Codex to explain the file.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Create a tiny canvas game loop.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1828800"/>
            <a:ext cx="5257800" cy="3108960"/>
          </a:xfrm>
          <a:prstGeom prst="roundRect">
            <a:avLst/>
          </a:prstGeom>
          <a:solidFill>
            <a:srgbClr val="FFF7ED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89320" y="1828800"/>
            <a:ext cx="73152" cy="310896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956816"/>
            <a:ext cx="49377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Tutor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0488" y="2267712"/>
            <a:ext cx="4873752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Narrate what you are asking AI to do.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Pause after the output.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Ask: What should we improve next?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Codex Build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VS Code, Web UI, and Space Invaders Basics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Live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Copy, modify, and use during the demo.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874519"/>
            <a:ext cx="10561320" cy="278892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121408"/>
            <a:ext cx="1005840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100" b="0">
                <a:solidFill>
                  <a:srgbClr val="FFFFFF"/>
                </a:solidFill>
                <a:latin typeface="Aptos"/>
              </a:rPr>
              <a:t>Create a beginner-friendly Space Invaders-style browser game in one file named space-invaders.html. Use HTML, CSS, and JavaScript. Include a player ship, left/right movement, shooting, falling enemies, score, lives, restart button, and comments explaining the main code.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50749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F9F6E"/>
                </a:solidFill>
                <a:latin typeface="Aptos"/>
              </a:rPr>
              <a:t>After the response, ask students: What worked? What is missing? What should we ask next?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Codex Build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VS Code, Web UI, and Space Invaders Basics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Hands-on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Students create their own version and improve through iteration.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4983480" cy="3246120"/>
          </a:xfrm>
          <a:prstGeom prst="roundRect">
            <a:avLst/>
          </a:prstGeom>
          <a:solidFill>
            <a:srgbClr val="ECFDF5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1828800"/>
            <a:ext cx="73152" cy="3246120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956816"/>
            <a:ext cx="46634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Build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67712"/>
            <a:ext cx="459943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Create an AI Builder profile page.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Customize one section.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Create space-invaders.html.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Add player movement, bullets, enemies, score, and game over.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Playtest and fix one bug.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49834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828800"/>
            <a:ext cx="73152" cy="3246120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1956816"/>
            <a:ext cx="46634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Keep it manageable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267712"/>
            <a:ext cx="459943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Start with the smallest working version.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Let students customize one thing.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Have them explain the change in plain English.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Codex Build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VS Code, Web UI, and Space Invaders Basics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Interactive checkpoints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Use these to keep kids active instead of just watching.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1828800"/>
            <a:ext cx="10241280" cy="2103120"/>
          </a:xfrm>
          <a:prstGeom prst="roundRect">
            <a:avLst/>
          </a:prstGeom>
          <a:solidFill>
            <a:srgbClr val="F5F3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1828800"/>
            <a:ext cx="73152" cy="210312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1956816"/>
            <a:ext cx="99212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7C3AED"/>
                </a:solidFill>
                <a:latin typeface="Aptos"/>
              </a:rPr>
              <a:t>Student interaction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267712"/>
            <a:ext cx="9857232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Setup checkpoint: everyone shows the project folder.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Choice board: pick one page section to customize.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Final build sprint: make a basic Space Invaders game with Codex help.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343400"/>
            <a:ext cx="10241280" cy="868680"/>
          </a:xfrm>
          <a:prstGeom prst="roundRect">
            <a:avLst/>
          </a:prstGeom>
          <a:solidFill>
            <a:srgbClr val="ECFDF5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4343400"/>
            <a:ext cx="73152" cy="868680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471416"/>
            <a:ext cx="99212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Exit ticket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4782312"/>
            <a:ext cx="9912096" cy="3657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What did you make? What prompt helped? What would you change next?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Codex Build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VS Code, Web UI, and Space Invaders Basics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Homework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Editable: change this based on what you want students to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10469880" cy="1828800"/>
          </a:xfrm>
          <a:prstGeom prst="roundRect">
            <a:avLst/>
          </a:prstGeom>
          <a:solidFill>
            <a:srgbClr val="FFF7ED"/>
          </a:solidFill>
          <a:ln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148840"/>
            <a:ext cx="9875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172033"/>
                </a:solidFill>
                <a:latin typeface="Aptos"/>
              </a:rPr>
              <a:t>Expand the Space Invaders starter: add one new enemy type, power-up, sound effect, level, or visual polish. Write 3 sentences explaining what changed.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251960"/>
            <a:ext cx="102412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4251960"/>
            <a:ext cx="73152" cy="91440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379976"/>
            <a:ext cx="99212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Assessment reminder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4690872"/>
            <a:ext cx="9912096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Assessment is based on projects, not tests. Students should be able to show what they made and explain one improvement.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