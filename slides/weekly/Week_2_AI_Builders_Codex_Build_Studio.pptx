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set up the coding workspace, learn files and previews, build a simple web UI, then use Codex to create the basics of a Space Invaders-style browser game.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Download everything before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this when students need the full course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73152" cy="2331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1. Open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Go to the GitHub page for the class materials.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748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737360"/>
            <a:ext cx="205740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737360"/>
            <a:ext cx="73152" cy="2331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2. Code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Click the green Code button near the file list.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737360"/>
            <a:ext cx="205740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3. Download 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Choose Download ZIP from the menu.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37360"/>
            <a:ext cx="1828800" cy="23317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737360"/>
            <a:ext cx="73152" cy="2331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86537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4. Open folder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76272"/>
            <a:ext cx="14996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Unzip it, then open the folder in VS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102412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70916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Teacher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148072"/>
            <a:ext cx="991209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If the GitHub layout changes, use the same idea: find the repo, open the download menu, download ZIP, unzip, then open the folder.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GitHub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Mock screenshot with arrows for the student walkthrough.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10652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664208"/>
            <a:ext cx="106527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9656"/>
            <a:ext cx="3200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6657B"/>
                </a:solidFill>
                <a:latin typeface="Aptos"/>
              </a:rPr>
              <a:t>github.com / class-repo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AI-Tutor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95728"/>
            <a:ext cx="1417320" cy="43891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2395728"/>
            <a:ext cx="13258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97180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18211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9359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Open with GitHub Desktop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913632"/>
            <a:ext cx="173736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32504"/>
            <a:ext cx="1417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172033"/>
                </a:solidFill>
                <a:latin typeface="Aptos"/>
              </a:rPr>
              <a:t>Download ZIP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55080" y="3840480"/>
            <a:ext cx="146304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3063240"/>
            <a:ext cx="452628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3063240"/>
            <a:ext cx="73152" cy="12344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1" y="3191256"/>
            <a:ext cx="4206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Say this out 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502152"/>
            <a:ext cx="4142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Code button is not for writing code today.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It is the menu where GitHub hides the download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open the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After download, students need to unzip and open the project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74519"/>
            <a:ext cx="23774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423160"/>
            <a:ext cx="37947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423160"/>
            <a:ext cx="73152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25511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AI-Tutor-main.zip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620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Double-click to unzip.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2542032"/>
            <a:ext cx="100584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37560"/>
            <a:ext cx="379476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337560"/>
            <a:ext cx="73152" cy="56692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4655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AI-Tutor-main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764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This is the folder to open.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19"/>
            <a:ext cx="2651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4688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Aptos"/>
              </a:rPr>
              <a:t>File &gt; Open Folder...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2971800"/>
            <a:ext cx="109728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29000"/>
            <a:ext cx="38862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42900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1" y="3557016"/>
            <a:ext cx="3566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1" y="3867912"/>
            <a:ext cx="35570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The left Explorer panel should show folders like slides, docs, scripts, or your project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Each lesson is planned for about 90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29844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83664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94560"/>
            <a:ext cx="300837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students get a working coding setup and experience the loop of ask, run, debug, and improve.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55648"/>
            <a:ext cx="3246120" cy="129844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55648"/>
            <a:ext cx="73152" cy="129844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83664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194560"/>
            <a:ext cx="291693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Personal web page plus a playable Space Invaders starter.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55648"/>
            <a:ext cx="3611880" cy="1298448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75564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883664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194560"/>
            <a:ext cx="322783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VS Code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Codex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HTML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CSS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JavaScript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Browser Preview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20440"/>
            <a:ext cx="10287000" cy="16459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20440"/>
            <a:ext cx="73152" cy="1645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648456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59352"/>
            <a:ext cx="9902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Setup + folder tour: 15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Profile page demo: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Student customization: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Space Invaders starter: 30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Playtest + exit ticket: 5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0F9F6E"/>
                </a:solidFill>
                <a:latin typeface="Aptos"/>
              </a:rPr>
              <a:t>Can AI become your coding partner inside VS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Press next to reveal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F9F6E"/>
                </a:solidFill>
                <a:latin typeface="Aptos"/>
              </a:rPr>
              <a:t>What is the best first bug report to give Codex?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88920"/>
            <a:ext cx="10058400" cy="19659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73152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16936"/>
            <a:ext cx="9738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Choose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27832"/>
            <a:ext cx="9674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A. It is broken.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B. Fix everything.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C. Bullets appear, but they do not disappear when they hit enemies.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257800"/>
            <a:ext cx="9601200" cy="566928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5257800"/>
            <a:ext cx="73152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5385816"/>
            <a:ext cx="9281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Animation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696712"/>
            <a:ext cx="927201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Pause here. Let students vote with fingers, cards, or chat. Advance to reveal.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answer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This is a slide-by-slide reveal so it works anywhere.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1024128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Aptos"/>
              </a:rPr>
              <a:t>C. It describes what happened, what should happen, and where to look.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9966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471416"/>
            <a:ext cx="9646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Connect it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782312"/>
            <a:ext cx="963777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Ask: How could we rewrite the weak prompt or weak plan so it includes the missing details?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What to show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Give students a visible map before asking them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73152" cy="3474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UI/tool tour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Explorer: shows files in the project folder.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Editor: where index.html and space-invaders.html are changed.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Preview/browser: run the page and test it.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Terminal: optional place to run simple commands.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Codex chat: ask for one focused change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4983480" cy="34747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73152" cy="34747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Point to each tool before using it.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Say what it is for in one sentence.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Use one tiny example before the full activity.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Which tool should we use for this job?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prompt, better prompt, repair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need to see why a prompt fails and how to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10/18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73152" cy="33832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11095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Bad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21991"/>
            <a:ext cx="2916936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Make me a game.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83080"/>
            <a:ext cx="3611880" cy="338328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783080"/>
            <a:ext cx="73152" cy="33832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Why it is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221991"/>
            <a:ext cx="32278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game type: Codex must guess the rules.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file target: it may create multiple files or the wrong file.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beginner limit: the code may become too complicated.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must-have features: score, lives, restart, and controls may be missing.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83080"/>
            <a:ext cx="3611880" cy="157276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783080"/>
            <a:ext cx="73152" cy="15727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Better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221991"/>
            <a:ext cx="3282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Create a beginner-friendly Space Invaders-style game in one HTML file. Include player movement, shooting, falling enemies, score, lives, restart, and comments.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11880"/>
            <a:ext cx="361188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11880"/>
            <a:ext cx="73152" cy="15544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73989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Repair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050791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Rewrite this as a Codex prompt with exact file name, controls, features, and a request to explain the code after creating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Examples students can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examples as starting points, not scripts to memorize.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11/18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10378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73152" cy="30632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11095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Example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1"/>
            <a:ext cx="99943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Small fix: The bullets do not hit enemies. Find the collision bug and change only the needed code.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Upgrade: Add a power-up that lets the player shoot two bullets for 8 seconds.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Explain: Explain the game loop, player movement, and collision detection in plain English.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02352"/>
            <a:ext cx="10241280" cy="713232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102352"/>
            <a:ext cx="73152" cy="713232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30368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How to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541264"/>
            <a:ext cx="991209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Replace the topic, audience, output format, and difficulty level. Then test once and ask for one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A project is a folder of files that you can run, inspect, and improve one change at a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 a project folder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and edit files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 a web page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Describe bugs clearly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Keep games tiny before adding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From web page to tiny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Open VS Code and a course folder.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Codex to create index.html.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Preview the page.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Codex to explain the file.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 tiny canvas game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Create a beginner-friendly Space Invaders-style browser game in one file named space-invaders.html. Use HTML, CSS, and JavaScript. Include a player ship, left/right movement, shooting, falling enemies, score, lives, restart button, and comments explaining the main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9F6E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an AI Builder profile page.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Customize one section.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space-invaders.html.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player movement, bullets, enemies, score, and game over.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Playtest and fix one bug.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 short activity that acts like an animation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29718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one example prompt.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Change the audience, topic, or feature.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Run or discuss the new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Share what changed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29718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2971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Fast finishers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one constraint.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AI to critique the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for one simpler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20-second explanation.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17/18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Setup checkpoint: everyone shows the project folder.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Choice board: pick one page section to customize.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Final build sprint: make a basic Space Invaders game with Codex help.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Codex Build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VS Code, Web UI, and Space Invaders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Expand the Space Invaders starter: add one new enemy type, power-up, sound effect, level, or visual polish. Write 3 sentences explaining what changed.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