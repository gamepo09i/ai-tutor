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connect prompting, coding, games, agents, MCP, browser safety, OpenClaw, and OAuth into a final project concept or demo they can explain.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Each lesson is planned for about 90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55648"/>
            <a:ext cx="33375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73152" cy="129844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883664"/>
            <a:ext cx="3017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94560"/>
            <a:ext cx="300837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Help students turn the course pieces into a final project demo, workflow diagram, or next-build plan.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55648"/>
            <a:ext cx="3246120" cy="1298448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755648"/>
            <a:ext cx="73152" cy="129844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83664"/>
            <a:ext cx="2926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194560"/>
            <a:ext cx="291693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Final AI project concept, demo, or 2-minute presentation.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55648"/>
            <a:ext cx="3611880" cy="1298448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75564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883664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194560"/>
            <a:ext cx="3227832" cy="795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OpenClaw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OAuth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Codex OAuth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AI Agent Workflow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Presentation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Peer Feedback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520440"/>
            <a:ext cx="10287000" cy="164592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520440"/>
            <a:ext cx="73152" cy="16459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48456"/>
            <a:ext cx="9966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90-minute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959352"/>
            <a:ext cx="99029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OpenClaw + OAuth concept: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Project planning: 25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Demo/pitch build: 25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Gallery walk: 15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Reflection: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2563EB"/>
                </a:solidFill>
                <a:latin typeface="Aptos"/>
              </a:rPr>
              <a:t>Can we connect AI tools like apps on a phone?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A strong AI project is useful, safe, testable, and explainable.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Agent frameworks organize workflows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OAuth grants limited permission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Connected tools need trust and safety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Final projects should be explainable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Good demos show one working moment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Agent workflow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Show a simple OpenClaw-style workflow.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Explain where login/permission fits.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Connect the idea back to Codex and tools.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Model a 2-minute final presentation.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Show how to ask AI for a next-build checklist.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Help me prepare a 2-minute project presentation. Include: what I built, who it helps, best prompt, what broke, how I fixed it, and what I would add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Choose final project idea.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Define user, problem, tools, and workflow.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Prepare a short demo or concept pitch.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Give peer feedback.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Write the next 3 improvements.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App connection analogy: what permissions would this need?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Gallery walk: leave one feedback note.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Next-build vote: what should this project add next?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Final Agent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OpenClaw, OAuth, Demo, and Next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Refine the final project after feedback. Add one improvement to the game, assistant, research workflow, or agent plan and prepare a short demo.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