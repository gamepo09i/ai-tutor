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-457200"/>
            <a:ext cx="2926080" cy="29260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13232"/>
            <a:ext cx="155448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8869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591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E2E8F0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E2E8F0"/>
                </a:solidFill>
                <a:latin typeface="Aptos"/>
              </a:rPr>
              <a:t>Students connect prompting, coding, games, agents, MCP, browser safety, OpenClaw, and OAuth into a final project concept or demo they can explain.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Download everything before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this when students need the full course folder.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2/18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737360"/>
            <a:ext cx="73152" cy="2331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865376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1. Open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76272"/>
            <a:ext cx="17282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Go to the GitHub page for the class materials.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97480" y="2423160"/>
            <a:ext cx="8686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737360"/>
            <a:ext cx="2057400" cy="233172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1737360"/>
            <a:ext cx="73152" cy="23317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22191" y="1865376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2. Code 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2176272"/>
            <a:ext cx="17282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Click the green Code button near the file list.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60720" y="2423160"/>
            <a:ext cx="8686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1737360"/>
            <a:ext cx="205740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1737360"/>
            <a:ext cx="73152" cy="2331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1" y="1865376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3. Download ZIP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2176272"/>
            <a:ext cx="17282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Choose Download ZIP from the menu.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3960" y="2423160"/>
            <a:ext cx="8686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737360"/>
            <a:ext cx="1828800" cy="233172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1737360"/>
            <a:ext cx="73152" cy="23317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8672" y="186537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4. Open folder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176272"/>
            <a:ext cx="14996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Unzip it, then open the folder in VS Code.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709160"/>
            <a:ext cx="10241280" cy="77724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709160"/>
            <a:ext cx="73152" cy="777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83717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Teacher note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148072"/>
            <a:ext cx="9912096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If the GitHub layout changes, use the same idea: find the repo, open the download menu, download ZIP, unzip, then open the folder.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Screenshot guide: GitHub download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Mock screenshot with arrows for the student walkthrough.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3/18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64208"/>
            <a:ext cx="106527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664208"/>
            <a:ext cx="106527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19656"/>
            <a:ext cx="3200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6657B"/>
                </a:solidFill>
                <a:latin typeface="Aptos"/>
              </a:rPr>
              <a:t>github.com / class-repo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2316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033"/>
                </a:solidFill>
                <a:latin typeface="Aptos"/>
              </a:rPr>
              <a:t>AI-Tutor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95728"/>
            <a:ext cx="1417320" cy="438912"/>
          </a:xfrm>
          <a:prstGeom prst="round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542032"/>
            <a:ext cx="91440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83680" y="2395728"/>
            <a:ext cx="13258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click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971800"/>
            <a:ext cx="2057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182112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6657B"/>
                </a:solidFill>
                <a:latin typeface="Aptos"/>
              </a:rPr>
              <a:t>Clone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593592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Open with GitHub Desktop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3913632"/>
            <a:ext cx="173736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32504"/>
            <a:ext cx="14173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172033"/>
                </a:solidFill>
                <a:latin typeface="Aptos"/>
              </a:rPr>
              <a:t>Download ZIP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355080" y="3840480"/>
            <a:ext cx="1463040" cy="41148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choose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3063240"/>
            <a:ext cx="452628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1560" y="3063240"/>
            <a:ext cx="73152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6151" y="3191256"/>
            <a:ext cx="4206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Say this out 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3502152"/>
            <a:ext cx="41422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The Code button is not for writing code today.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It is the menu where GitHub hides the download option.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Screenshot guide: open the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After download, students need to unzip and open the project folder.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4/18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4983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4983480" cy="411480"/>
          </a:xfrm>
          <a:prstGeom prst="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874519"/>
            <a:ext cx="237744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6657B"/>
                </a:solidFill>
                <a:latin typeface="Aptos"/>
              </a:rPr>
              <a:t>Downloads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2423160"/>
            <a:ext cx="3794760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2423160"/>
            <a:ext cx="73152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7592" y="2551176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AI-Tutor-main.zip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862072"/>
            <a:ext cx="3465576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Double-click to unzip.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20640" y="2542032"/>
            <a:ext cx="100584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unzip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337560"/>
            <a:ext cx="3794760" cy="566928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3337560"/>
            <a:ext cx="73152" cy="56692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7592" y="3465576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AI-Tutor-main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776472"/>
            <a:ext cx="3465576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This is the folder to open.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737360"/>
            <a:ext cx="4983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737360"/>
            <a:ext cx="4983480" cy="411480"/>
          </a:xfrm>
          <a:prstGeom prst="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874519"/>
            <a:ext cx="26517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6657B"/>
                </a:solidFill>
                <a:latin typeface="Aptos"/>
              </a:rPr>
              <a:t>VS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46888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72033"/>
                </a:solidFill>
                <a:latin typeface="Aptos"/>
              </a:rPr>
              <a:t>File &gt; Open Folder...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89320" y="2971800"/>
            <a:ext cx="1097280" cy="41148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429000"/>
            <a:ext cx="3886200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20840" y="3429000"/>
            <a:ext cx="73152" cy="914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1" y="3557016"/>
            <a:ext cx="3566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1" y="3867912"/>
            <a:ext cx="355701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The left Explorer panel should show folders like slides, docs, scripts, or your project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Today’s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Each lesson is planned for about 90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5/18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2984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883664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Main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94560"/>
            <a:ext cx="3008376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Help students turn the course pieces into a final project demo, workflow diagram, or next-build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755648"/>
            <a:ext cx="3246120" cy="1298448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755648"/>
            <a:ext cx="73152" cy="129844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83664"/>
            <a:ext cx="29260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Student 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194560"/>
            <a:ext cx="2916936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Final AI project concept, demo, or 2-minute presentation.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755648"/>
            <a:ext cx="3611880" cy="1298448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75564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1883664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Tools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2194560"/>
            <a:ext cx="3227832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OpenClaw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OAuth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Codex OAuth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AI Agent Workflow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Presentation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Peer Feedback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520440"/>
            <a:ext cx="10287000" cy="164592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3520440"/>
            <a:ext cx="73152" cy="16459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3648456"/>
            <a:ext cx="9966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90-minute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959352"/>
            <a:ext cx="9902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OpenClaw + OAuth concept: 20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Project planning: 25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Demo/pitch build: 25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Gallery walk: 15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Reflection: 5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Start with a question that makes students curious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6/18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2563EB"/>
                </a:solidFill>
                <a:latin typeface="Aptos"/>
              </a:rPr>
              <a:t>Can we connect AI tools like apps on a phone?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57600"/>
            <a:ext cx="9692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Ask for quick predictions.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Let students argue both sides.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Then show the demo before explaining too much.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Trivia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Press next to reveal the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7/18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563EB"/>
                </a:solidFill>
                <a:latin typeface="Aptos"/>
              </a:rPr>
              <a:t>What makes a final demo strong?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88920"/>
            <a:ext cx="10058400" cy="196596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788920"/>
            <a:ext cx="73152" cy="1965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916936"/>
            <a:ext cx="9738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Choose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227832"/>
            <a:ext cx="967435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A. It shows one clear working moment.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B. It lists every idea you ever had.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C. It hides what broke.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5257800"/>
            <a:ext cx="9601200" cy="566928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34440" y="5257800"/>
            <a:ext cx="73152" cy="5669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9032" y="5385816"/>
            <a:ext cx="9281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Animation cue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5696712"/>
            <a:ext cx="9272016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Pause here. Let students vote with fingers, cards, or chat. Advance to reveal.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Trivia answer reveal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This is a slide-by-slide reveal so it works anywhere.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8/18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965960"/>
            <a:ext cx="10241280" cy="1828800"/>
          </a:xfrm>
          <a:prstGeom prst="roundRect">
            <a:avLst/>
          </a:prstGeom>
          <a:solidFill>
            <a:srgbClr val="ECFDF5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72033"/>
                </a:solidFill>
                <a:latin typeface="Aptos"/>
              </a:rPr>
              <a:t>A. A good demo is useful, safe, testable, and easy to explain.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343400"/>
            <a:ext cx="9966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4343400"/>
            <a:ext cx="73152" cy="777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471416"/>
            <a:ext cx="9646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Connect it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782312"/>
            <a:ext cx="9637776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Ask: How could we rewrite the weak prompt or weak plan so it includes the missing details?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What to show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Give students a visible map before asking them to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9/18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4983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73152" cy="3474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911095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UI/tool tour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221991"/>
            <a:ext cx="459943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Project board: user, problem, tool, input, output, safety check.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Demo path: one action that works clearly.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Feedback notes: one strength, one question, one next step.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OAuth idea: permission without sharing passwords directly.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Final prompt: ask AI for a tighter demo script and next-build checklist.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4983480" cy="347472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83080"/>
            <a:ext cx="73152" cy="34747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11095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21991"/>
            <a:ext cx="459943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Point to each tool before using it.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Say what it is for in one sentence.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Use one tiny example before the full activity.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Ask: Which tool should we use for this job?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Bad prompt, better prompt, repair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Students need to see why a prompt fails and how to fix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10/18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73152" cy="33832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911095"/>
            <a:ext cx="29260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Aptos"/>
              </a:rPr>
              <a:t>Bad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221991"/>
            <a:ext cx="2916936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Make my presentation good.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783080"/>
            <a:ext cx="3611880" cy="338328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1783080"/>
            <a:ext cx="73152" cy="33832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1911095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Why it is weak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2221991"/>
            <a:ext cx="32278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project details: AI cannot tell what matters.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audience: a parent pitch differs from a technical demo.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time limit: the response may be too long.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structure: it may miss what broke and what changed.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783080"/>
            <a:ext cx="3611880" cy="1572768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783080"/>
            <a:ext cx="73152" cy="15727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1" y="1911095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Better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2221991"/>
            <a:ext cx="328269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Help me write a 2-minute demo script for my Space Invaders project. Audience: classmates. Include what I built, one bug I fixed, one prompt that helped, and one feature I would add next.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611880"/>
            <a:ext cx="361188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3611880"/>
            <a:ext cx="73152" cy="1554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1" y="3739896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Repair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4050791"/>
            <a:ext cx="32826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Ask me 5 questions about my project, then turn my answers into a 2-minute presentation script.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Examples students can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examples as starting points, not scripts to memorize.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11/18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10378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73152" cy="3063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11095"/>
            <a:ext cx="10058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Example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21991"/>
            <a:ext cx="99943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Assistant project: Show one before/after answer from your AI assistant.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Game project: Show the game running, one bug fix, and one new feature.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Agent project: Show the workflow diagram and explain where a human approves the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102352"/>
            <a:ext cx="10241280" cy="713232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102352"/>
            <a:ext cx="73152" cy="713232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5230368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How to adapt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541264"/>
            <a:ext cx="991209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Replace the topic, audience, output format, and difficulty level. Then test once and ask for one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One concept students should remember after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12/18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ptos"/>
              </a:rPr>
              <a:t>A strong AI project is useful, safe, testable, and explainable.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063240"/>
            <a:ext cx="10149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73152" cy="1645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9829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Key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502152"/>
            <a:ext cx="9765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Agent frameworks organize workflows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OAuth grants limited permission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Connected tools need trust and safety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Final projects should be explainable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Good demos show one working moment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Agent workflow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Live demo: students see the result before the explanation.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13/18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800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Demo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4165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Show a simple OpenClaw-style workflow.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Explain where login/permission fits.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Connect the idea back to Codex and tools.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Model a 2-minute final presentation.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Show how to ask AI for a next-build checklist.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28800"/>
            <a:ext cx="5257800" cy="310896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828800"/>
            <a:ext cx="73152" cy="3108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956816"/>
            <a:ext cx="4937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267712"/>
            <a:ext cx="48737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Narrate what you are asking AI to do.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Pause after the output.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Ask: What should we improve next?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Live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Copy, modify, and use during the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14/18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10561320" cy="2788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21408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100" b="0">
                <a:solidFill>
                  <a:srgbClr val="FFFFFF"/>
                </a:solidFill>
                <a:latin typeface="Aptos"/>
              </a:rPr>
              <a:t>Help me prepare a 2-minute project presentation. Include: what I built, who it helps, best prompt, what broke, how I fixed it, and what I would add next.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After the response, ask students: What worked? What is missing? What should we ask next?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Hands-on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Students create their own version and improve through iteration.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15/18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983480" cy="324612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2461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Build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Choose final project idea.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Define user, problem, tools, and workflow.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Prepare a short demo or concept pitch.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Give peer feedback.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Write the next 3 improvements.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4983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3246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Keep it manageable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Start with the smallest working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Let students customize one thing.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Have them explain the change in plain English.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Mini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A short activity that acts like an animation break.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16/18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9834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2971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5994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Pick one example prompt.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Change the audience, topic, or feature.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Run or discuss the new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Share what changed in one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4983480" cy="297180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2971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Fast finishers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67712"/>
            <a:ext cx="45994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Add one constraint.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AI to critique the result.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for one simpler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Prepare a 20-second explanation.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Interactive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these to keep kids active instead of just watching.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17/18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0241280" cy="210312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828800"/>
            <a:ext cx="73152" cy="2103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9568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Student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67712"/>
            <a:ext cx="985723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App connection analogy: what permissions would this need?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Gallery walk: leave one feedback note.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Next-build vote: what should this project add next?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43400"/>
            <a:ext cx="10241280" cy="86868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43400"/>
            <a:ext cx="73152" cy="8686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714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782312"/>
            <a:ext cx="991209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What did you make? What prompt helped? What would you change next?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Agent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OpenClaw, OAuth, Demo, and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Editable: change this based on what you want students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18/18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10469880" cy="182880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488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72033"/>
                </a:solidFill>
                <a:latin typeface="Aptos"/>
              </a:rPr>
              <a:t>Refine the final project after feedback. Add one improvement to the game, assistant, research workflow, or agent plan and prepare a short demo.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5196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5196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37997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Assessment 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690872"/>
            <a:ext cx="99120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Assessment is based on projects, not tests. Students should be able to show what they made and explain one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