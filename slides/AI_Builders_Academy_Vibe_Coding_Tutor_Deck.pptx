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548640"/>
            <a:ext cx="3474720" cy="347472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3977639"/>
            <a:ext cx="2011680" cy="2011680"/>
          </a:xfrm>
          <a:prstGeom prst="ellipse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685800"/>
            <a:ext cx="205740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6-Class Tutor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8138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ptos"/>
              </a:rPr>
              <a:t>AI Builders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8641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2E8F0"/>
                </a:solidFill>
                <a:latin typeface="Aptos"/>
              </a:rPr>
              <a:t>Teaching kids vibe coding with ChatGPT, VS Code, Codex, games, agents, and practical AI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BD5E1"/>
                </a:solidFill>
                <a:latin typeface="Aptos"/>
              </a:rPr>
              <a:t>For tutors: goals, timing, demos, prompts, and assignments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How to use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Designed for tutors who may be new to AI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69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Use the class plan slides to teach the six-session course.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Use the prompt slides as live demo scripts.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Let students build small first, then customize.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Do not worry about knowing every answer. Model asking, testing, and debugging.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Upload this PowerPoint file to Google Drive and open it with Google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34924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49554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This deck is meant to be edited. Add your school name, dates, and local setup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What is vibe coding?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The core teaching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69164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691640"/>
            <a:ext cx="73152" cy="2011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5623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Student-friendly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48463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Vibe coding means using AI as a coding teammate. Students describe what they want, inspect what AI makes, test it, and improve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9164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691640"/>
            <a:ext cx="73152" cy="20116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5623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C3AED"/>
                </a:solidFill>
                <a:latin typeface="Aptos"/>
              </a:rPr>
              <a:t>Important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58568"/>
            <a:ext cx="4663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The student is still the director. AI can suggest code, but the student chooses the goal, tests the result, and explains the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34924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49554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Say: AI is fast, but it still needs clear instructions and human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Course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By the end, students should be able to...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69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Write clearer prompts using role, task, context, and format.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Use VS Code and Codex to create and edit small projects.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Build a simple web UI and a playable browser game.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Explain the difference between a chatbot and an agent.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Design a safe AI workflow using tools, browser tasks, or research steps.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Present what they made, what broke, and how they improved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Course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Six classes, each with a buildable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Class 1: ChatGPT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283463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Personal AI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00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600200"/>
            <a:ext cx="73152" cy="16002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764792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Class 2: VS Code + Codex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167128"/>
            <a:ext cx="283463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Simple web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600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1600200"/>
            <a:ext cx="73152" cy="16002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1764792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Aptos"/>
              </a:rPr>
              <a:t>Class 3: AI game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167128"/>
            <a:ext cx="283463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Playable browser game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86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886200"/>
            <a:ext cx="73152" cy="1600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050791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C3AED"/>
                </a:solidFill>
                <a:latin typeface="Aptos"/>
              </a:rPr>
              <a:t>Class 4: Agents +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53128"/>
            <a:ext cx="283463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YouTube research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886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88620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4050791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Class 5: Browser/Computer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4453128"/>
            <a:ext cx="283463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Automation task 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886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8120" y="3886200"/>
            <a:ext cx="73152" cy="16002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9288" y="4050791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Class 6: Final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4453128"/>
            <a:ext cx="283463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Demo or project pitch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Default class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Use this rhythm every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469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Hook, 5-10 min: show a surprising or useful AI example.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Demo, 15-25 min: tutor builds one small thing live.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Hands-on build, 40-60 min: students make their own version.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Share/debug, 10-20 min: students test each other's work.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Wrap-up, 5 min: one takeaway, one assignment, one next-step idea.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34924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49554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If time is short, protect the hands-on build. Students remember what they make.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Prompt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A repeatable pattern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73152" cy="2011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56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58568"/>
            <a:ext cx="2103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Who should AI act like?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9164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91640"/>
            <a:ext cx="73152" cy="2011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856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258568"/>
            <a:ext cx="2103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What should AI do?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73152" cy="20116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1856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Aptos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258568"/>
            <a:ext cx="2103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What details matter?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9164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691640"/>
            <a:ext cx="73152" cy="20116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856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C3AED"/>
                </a:solidFill>
                <a:latin typeface="Aptos"/>
              </a:rPr>
              <a:t>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258568"/>
            <a:ext cx="2103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How should the answer look?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251960"/>
            <a:ext cx="10469880" cy="2971800"/>
          </a:xfrm>
          <a:prstGeom prst="round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480560"/>
            <a:ext cx="9966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Act as a beginner-friendly coding tutor. Help me build a simple clicker game in one HTML file. Include score, a timer, and comments explaining the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9784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ptos"/>
              </a:rPr>
              <a:t>Class-by-Class Teaching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F0F9FF"/>
                </a:solidFill>
                <a:latin typeface="Aptos"/>
              </a:rPr>
              <a:t>Each class includes a clear output students can show.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1: Meet your AI teammate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90-120 minute teaching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73152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Students learn that ChatGPT can act as a tutor, coach, brainstorming partner, and project helper.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00200"/>
            <a:ext cx="73152" cy="13258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Custom assistant with five example conversations.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600200"/>
            <a:ext cx="73152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Aptos"/>
              </a:rPr>
              <a:t>Homework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Add five screenshots or copied examples of useful conversations.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2033"/>
                </a:solidFill>
                <a:latin typeface="Aptos"/>
              </a:rPr>
              <a:t>Suggested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Hook: Can AI do my homework, and should it?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Demo: bad prompt vs. better prompt.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Build: students design a custom assistant.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Share: students test assistant answers with a partner.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6235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7698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Keep the first build small. The win is a working project students can explain.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2: VS Code + Codex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90-120 minute teaching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73152" cy="13258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Students learn project folders, files, VS Code, Codex, and previewing a simple page.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00200"/>
            <a:ext cx="73152" cy="13258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Working coding folder plus a simple web UI.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600200"/>
            <a:ext cx="73152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Aptos"/>
              </a:rPr>
              <a:t>Homework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Customize the page with one personal section and one style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2033"/>
                </a:solidFill>
                <a:latin typeface="Aptos"/>
              </a:rPr>
              <a:t>Suggested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Hook: Can AI become your coding partner inside the editor?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Demo: open a folder, create index.html, preview it.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Build: personalize an AI Builder profile page.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Debug: ask Codex to explain and fix one issue.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6235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7698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Keep the first build small. The win is a working project students can explain.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3: AI game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90-120 minute teaching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73152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Students use Codex to build a simple browser game and improve it through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00200"/>
            <a:ext cx="73152" cy="13258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Playable HTML/CSS/JavaScript game.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600200"/>
            <a:ext cx="73152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Aptos"/>
              </a:rPr>
              <a:t>Homework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Add one feature: score, timer, levels, sound, or game-over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2033"/>
                </a:solidFill>
                <a:latin typeface="Aptos"/>
              </a:rPr>
              <a:t>Suggested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Hook: Can AI build a game your friends can play?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Demo: generate a tiny clicker or dodge game.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Build: students choose a game type.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Playtest: partner gives one improvement idea.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6235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7698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Keep the first build small. The win is a working project students can explain.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4: AI agents and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90-120 minute teaching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73152" cy="13258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C3AED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Students learn that agents can plan steps and use tools, with MCP as a connector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00200"/>
            <a:ext cx="73152" cy="13258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AI YouTube research 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600200"/>
            <a:ext cx="73152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Aptos"/>
              </a:rPr>
              <a:t>Homework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Compare three videos and recommend the best one for beginners.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2033"/>
                </a:solidFill>
                <a:latin typeface="Aptos"/>
              </a:rPr>
              <a:t>Suggested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Hook: Can AI use tools by itself?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Demo: research a topic and summarize results.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Build: make a top-three YouTube research report.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Discuss: when should humans verify AI research?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6235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7698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Keep the first build small. The win is a working project students can explain.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5: Browser Use and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90-120 minute teaching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73152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Students explore how AI can operate browser-like or computer-like environments safely.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00200"/>
            <a:ext cx="73152" cy="13258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Browser or computer task automation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600200"/>
            <a:ext cx="73152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Aptos"/>
              </a:rPr>
              <a:t>Homework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Write a safe five-step browser task an AI agent could perform.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2033"/>
                </a:solidFill>
                <a:latin typeface="Aptos"/>
              </a:rPr>
              <a:t>Suggested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Hook: Can AI operate a browser like an assistant?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Demo: public information collection task.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Build: design a five-step browser task.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Safety review: identify risky 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6235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7698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Keep the first build small. The win is a working project students can explain.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6: Final AI workflow 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90-120 minute teaching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73152" cy="13258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Students connect the course ideas into a final concept, demo, or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00200"/>
            <a:ext cx="73152" cy="13258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Final project concept, demo, or presentation.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600200"/>
            <a:ext cx="73152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64792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Aptos"/>
              </a:rPr>
              <a:t>Homework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67128"/>
            <a:ext cx="30632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Optional: revise final project after feedback.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2033"/>
                </a:solidFill>
                <a:latin typeface="Aptos"/>
              </a:rPr>
              <a:t>Suggested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Hook: What could you build next with AI?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Demo: show a simple agent workflow concept.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Build: prepare final demo or project pitch.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  <a:latin typeface="Aptos"/>
              </a:defRPr>
            </a:pPr>
            <a:r>
              <a:t>Present: students explain goal, prompt, bug, and next step.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6235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7698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Keep the first build small. The win is a working project students can explain.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9F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9784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ptos"/>
              </a:rPr>
              <a:t>Live Demo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F0F9FF"/>
                </a:solidFill>
                <a:latin typeface="Aptos"/>
              </a:rPr>
              <a:t>Copy these prompts into ChatGPT or Codex during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1 demo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Live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469880" cy="2971800"/>
          </a:xfrm>
          <a:prstGeom prst="round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966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Act as a friendly study coach for a high school student.</a:t>
            </a:r>
            <a:br/>
            <a:br/>
            <a:r>
              <a:t>Help me prepare for a biology quiz about cells.</a:t>
            </a:r>
            <a:br/>
            <a:br/>
            <a:r>
              <a:t>Ask me one question at a time. If I get it wrong, explain it simply and give me another 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1663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126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After AI responds, ask students: What worked? What is missing? What should we ask next?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2 Codex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Live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469880" cy="2971800"/>
          </a:xfrm>
          <a:prstGeom prst="round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966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Create a beginner-friendly personal web page in one file named index.html.</a:t>
            </a:r>
            <a:br/>
            <a:br/>
            <a:r>
              <a:t>Theme: AI Builder profile</a:t>
            </a:r>
            <a:br/>
            <a:r>
              <a:t>Sections: name, favorite apps, project ideas, and one button</a:t>
            </a:r>
            <a:br/>
            <a:r>
              <a:t>Style: clean, colorful, easy to read</a:t>
            </a:r>
            <a:br/>
            <a:br/>
            <a:r>
              <a:t>After creating it, explain the file in simple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1663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126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After AI responds, ask students: What worked? What is missing? What should we ask next?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3 game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Live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469880" cy="2971800"/>
          </a:xfrm>
          <a:prstGeom prst="round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966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Create a simple browser clicker game in one HTML file.</a:t>
            </a:r>
            <a:br/>
            <a:br/>
            <a:r>
              <a:t>Requirements:</a:t>
            </a:r>
            <a:br/>
            <a:r>
              <a:t>- score starts at 0</a:t>
            </a:r>
            <a:br/>
            <a:r>
              <a:t>- a 30 second timer</a:t>
            </a:r>
            <a:br/>
            <a:r>
              <a:t>- one button to earn points</a:t>
            </a:r>
            <a:br/>
            <a:r>
              <a:t>- game over message</a:t>
            </a:r>
            <a:br/>
            <a:r>
              <a:t>- clean styling</a:t>
            </a:r>
            <a:br/>
            <a:r>
              <a:t>- comments explaining the 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1663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126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After AI responds, ask students: What worked? What is missing? What should we ask next?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3 improvement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Live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469880" cy="2971800"/>
          </a:xfrm>
          <a:prstGeom prst="round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966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Improve this game for beginners.</a:t>
            </a:r>
            <a:br/>
            <a:br/>
            <a:r>
              <a:t>Add one new feature, explain exactly what changed, and keep the code in one HTML file. Do not make it too complicated.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1663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126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After AI responds, ask students: What worked? What is missing? What should we ask next?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4 research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Live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469880" cy="2971800"/>
          </a:xfrm>
          <a:prstGeom prst="round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966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Act as a careful research assistant.</a:t>
            </a:r>
            <a:br/>
            <a:br/>
            <a:r>
              <a:t>Topic: [student topic]</a:t>
            </a:r>
            <a:br/>
            <a:r>
              <a:t>Find or compare three useful YouTube video ideas for beginners. Summarize each one, explain who it is best for, and recommend the best first video.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1663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126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After AI responds, ask students: What worked? What is missing? What should we ask next?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 5 task-design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Live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469880" cy="2971800"/>
          </a:xfrm>
          <a:prstGeom prst="round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966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Design a safe browser task for an AI agent.</a:t>
            </a:r>
            <a:br/>
            <a:br/>
            <a:r>
              <a:t>The task must use only public information, must not log into accounts, must not buy anything, and must include a human approval checkpoint before any submission.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16636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1266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After AI responds, ask students: What worked? What is missing? What should we ask next?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9784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ptos"/>
              </a:rPr>
              <a:t>Tutor Support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F0F9FF"/>
                </a:solidFill>
                <a:latin typeface="Aptos"/>
              </a:rPr>
              <a:t>Use these when training other tutors.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What tutors should say when stuck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This is normal in AI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69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>
                <a:solidFill>
                  <a:srgbClr val="172033"/>
                </a:solidFill>
                <a:latin typeface="Aptos"/>
              </a:defRPr>
            </a:pPr>
            <a:r>
              <a:t>"I do not know yet. Let's test it."</a:t>
            </a:r>
          </a:p>
          <a:p>
            <a:pPr>
              <a:spcAft>
                <a:spcPts val="800"/>
              </a:spcAft>
              <a:defRPr sz="2500">
                <a:solidFill>
                  <a:srgbClr val="172033"/>
                </a:solidFill>
                <a:latin typeface="Aptos"/>
              </a:defRPr>
            </a:pPr>
            <a:r>
              <a:t>"Describe what you expected and what actually happened."</a:t>
            </a:r>
          </a:p>
          <a:p>
            <a:pPr>
              <a:spcAft>
                <a:spcPts val="800"/>
              </a:spcAft>
              <a:defRPr sz="2500">
                <a:solidFill>
                  <a:srgbClr val="172033"/>
                </a:solidFill>
                <a:latin typeface="Aptos"/>
              </a:defRPr>
            </a:pPr>
            <a:r>
              <a:t>"Ask Codex for the smallest fix, not a total rewrite."</a:t>
            </a:r>
          </a:p>
          <a:p>
            <a:pPr>
              <a:spcAft>
                <a:spcPts val="800"/>
              </a:spcAft>
              <a:defRPr sz="2500">
                <a:solidFill>
                  <a:srgbClr val="172033"/>
                </a:solidFill>
                <a:latin typeface="Aptos"/>
              </a:defRPr>
            </a:pPr>
            <a:r>
              <a:t>"Before we trust this, how can we verify it?"</a:t>
            </a:r>
          </a:p>
          <a:p>
            <a:pPr>
              <a:spcAft>
                <a:spcPts val="800"/>
              </a:spcAft>
              <a:defRPr sz="2500">
                <a:solidFill>
                  <a:srgbClr val="172033"/>
                </a:solidFill>
                <a:latin typeface="Aptos"/>
              </a:defRPr>
            </a:pPr>
            <a:r>
              <a:t>"Can you explain what changed in your own words?"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Classroom safety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Especially important for agents and browser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69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Do not type private passwords during demos.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Do not let AI buy anything, submit real forms, or message people without permission.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Use practice sites, public information, or instructor-approved examples.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Watch what the agent is doing and stop it if it goes off-task.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Students should explain the task before running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Assessment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Grade projects, not memorization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920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2331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Does the project run or clearly show the intended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0020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600200"/>
            <a:ext cx="73152" cy="192024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76479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Prompting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167128"/>
            <a:ext cx="2331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Did the student use specific prompts and iterate?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60020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600200"/>
            <a:ext cx="73152" cy="1920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76479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97316"/>
                </a:solidFill>
                <a:latin typeface="Aptos"/>
              </a:rPr>
              <a:t>Debugging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67128"/>
            <a:ext cx="23317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Can the student describe one problem and how they fixed it?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60020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1600200"/>
            <a:ext cx="73152" cy="19202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7647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C3AED"/>
                </a:solidFill>
                <a:latin typeface="Aptos"/>
              </a:rPr>
              <a:t>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167128"/>
            <a:ext cx="1645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Can they explain the result?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349240"/>
            <a:ext cx="10469880" cy="71323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495544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Tutor note: A simple 1-4 score for each category is enough.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Materials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Prepare these before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69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Projector or large display.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Student laptops and internet access.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ChatGPT account path or instructor-provided account plan.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VS Code installed or available through school devices.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Codex access or a fallback pair-programming demo.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Starter folders for web page and game projects.</a:t>
            </a:r>
          </a:p>
          <a:p>
            <a:pPr>
              <a:spcAft>
                <a:spcPts val="8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A backup demo project in case setup takes longer than expected.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Final presentation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Give this to students before Class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69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172033"/>
                </a:solidFill>
                <a:latin typeface="Aptos"/>
              </a:defRPr>
            </a:pPr>
            <a:r>
              <a:t>What did you build?</a:t>
            </a:r>
          </a:p>
          <a:p>
            <a:pPr>
              <a:spcAft>
                <a:spcPts val="800"/>
              </a:spcAft>
              <a:defRPr sz="2600">
                <a:solidFill>
                  <a:srgbClr val="172033"/>
                </a:solidFill>
                <a:latin typeface="Aptos"/>
              </a:defRPr>
            </a:pPr>
            <a:r>
              <a:t>Who is it for?</a:t>
            </a:r>
          </a:p>
          <a:p>
            <a:pPr>
              <a:spcAft>
                <a:spcPts val="800"/>
              </a:spcAft>
              <a:defRPr sz="2600">
                <a:solidFill>
                  <a:srgbClr val="172033"/>
                </a:solidFill>
                <a:latin typeface="Aptos"/>
              </a:defRPr>
            </a:pPr>
            <a:r>
              <a:t>What prompt helped the most?</a:t>
            </a:r>
          </a:p>
          <a:p>
            <a:pPr>
              <a:spcAft>
                <a:spcPts val="800"/>
              </a:spcAft>
              <a:defRPr sz="2600">
                <a:solidFill>
                  <a:srgbClr val="172033"/>
                </a:solidFill>
                <a:latin typeface="Aptos"/>
              </a:defRPr>
            </a:pPr>
            <a:r>
              <a:t>What broke or confused you?</a:t>
            </a:r>
          </a:p>
          <a:p>
            <a:pPr>
              <a:spcAft>
                <a:spcPts val="800"/>
              </a:spcAft>
              <a:defRPr sz="2600">
                <a:solidFill>
                  <a:srgbClr val="172033"/>
                </a:solidFill>
                <a:latin typeface="Aptos"/>
              </a:defRPr>
            </a:pPr>
            <a:r>
              <a:t>How did you improve it?</a:t>
            </a:r>
          </a:p>
          <a:p>
            <a:pPr>
              <a:spcAft>
                <a:spcPts val="800"/>
              </a:spcAft>
              <a:defRPr sz="2600">
                <a:solidFill>
                  <a:srgbClr val="172033"/>
                </a:solidFill>
                <a:latin typeface="Aptos"/>
              </a:defRPr>
            </a:pPr>
            <a:r>
              <a:t>What would you add next?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GitHub sharing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For the lead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69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Put the useful files in the course folder.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Commit a meaningful batch of changes.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Push to GitHub.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Tell tutors to download the repo or pull the newest version.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  <a:latin typeface="Aptos"/>
              </a:defRPr>
            </a:pPr>
            <a:r>
              <a:t>Use clear commit messages like: Update class 3 game prompts.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709160"/>
            <a:ext cx="10469880" cy="2971800"/>
          </a:xfrm>
          <a:prstGeom prst="round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937760"/>
            <a:ext cx="9966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git status</a:t>
            </a:r>
            <a:br/>
            <a:r>
              <a:t>git add .</a:t>
            </a:r>
            <a:br/>
            <a:r>
              <a:t>git commit -m "Update tutor slide deck"</a:t>
            </a:r>
            <a:br/>
            <a:r>
              <a:t>git push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2033"/>
                </a:solidFill>
                <a:latin typeface="Aptos"/>
              </a:rPr>
              <a:t>Closing message for tutors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B6A80"/>
                </a:solidFill>
                <a:latin typeface="Aptos"/>
              </a:rPr>
              <a:t>The tone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A80"/>
                </a:solidFill>
                <a:latin typeface="Aptos"/>
              </a:rPr>
              <a:t>AI Builders Academy | Tutor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A80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378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73152" cy="2011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85623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9F6E"/>
                </a:solidFill>
                <a:latin typeface="Aptos"/>
              </a:rPr>
              <a:t>Main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258568"/>
            <a:ext cx="99669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2033"/>
                </a:solidFill>
                <a:latin typeface="Aptos"/>
              </a:rPr>
              <a:t>You do not need to be the person with every answer. Be the person who models how to ask, test, debug, verify, and keep building.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ptos"/>
              </a:rPr>
              <a:t>Build small. Test often. Explain what 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